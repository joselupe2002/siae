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1" r:id="rId2"/>
    <p:sldId id="279" r:id="rId3"/>
    <p:sldId id="270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2" r:id="rId12"/>
    <p:sldId id="303" r:id="rId13"/>
    <p:sldId id="304" r:id="rId14"/>
    <p:sldId id="305" r:id="rId15"/>
    <p:sldId id="306" r:id="rId16"/>
    <p:sldId id="308" r:id="rId17"/>
    <p:sldId id="309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9481"/>
    <a:srgbClr val="EE8711"/>
    <a:srgbClr val="6D0C69"/>
    <a:srgbClr val="0781CE"/>
    <a:srgbClr val="E98210"/>
    <a:srgbClr val="62A518"/>
    <a:srgbClr val="E22C04"/>
    <a:srgbClr val="65AA19"/>
    <a:srgbClr val="EA3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4660"/>
  </p:normalViewPr>
  <p:slideViewPr>
    <p:cSldViewPr snapToGrid="0">
      <p:cViewPr varScale="1">
        <p:scale>
          <a:sx n="73" d="100"/>
          <a:sy n="73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974E6-76F9-4ACA-897F-07EBF6FF4574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414B5-5DDD-47CF-BD27-C1000919F5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0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Source Images:-</a:t>
            </a:r>
          </a:p>
          <a:p>
            <a:r>
              <a:rPr lang="en-IN" dirty="0"/>
              <a:t>https://pixabay.com/en/architecture-building-business-2179108/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8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7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36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0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7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7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39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2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9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34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3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9C824-177C-49C4-BBEB-F1CE9B71E7C3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57AAD-6818-4753-84C8-917811E894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79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jgaguilar40@gmail.com" TargetMode="Externa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713660"/>
          </a:xfrm>
          <a:prstGeom prst="rect">
            <a:avLst/>
          </a:prstGeom>
          <a:gradFill flip="none" rotWithShape="1">
            <a:gsLst>
              <a:gs pos="28000">
                <a:schemeClr val="accent5"/>
              </a:gs>
              <a:gs pos="69000">
                <a:schemeClr val="accent4">
                  <a:lumMod val="95000"/>
                  <a:lumOff val="5000"/>
                </a:schemeClr>
              </a:gs>
              <a:gs pos="100000">
                <a:schemeClr val="accent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539294" y="2586205"/>
            <a:ext cx="855468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kern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SIGEA</a:t>
            </a:r>
            <a:endParaRPr lang="en-US" sz="3600" kern="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en-US" sz="1000" i="1" kern="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400" kern="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Webcore</a:t>
            </a:r>
            <a:r>
              <a:rPr lang="en-US" sz="2400" kern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– </a:t>
            </a:r>
            <a:r>
              <a:rPr lang="en-US" sz="2400" kern="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Integración</a:t>
            </a:r>
            <a:r>
              <a:rPr lang="en-US" sz="2400" kern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de </a:t>
            </a:r>
            <a:r>
              <a:rPr lang="en-US" sz="2400" kern="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Servicios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987AE25-2916-4AE5-A1A3-E238E57AEC6D}"/>
              </a:ext>
            </a:extLst>
          </p:cNvPr>
          <p:cNvGrpSpPr/>
          <p:nvPr/>
        </p:nvGrpSpPr>
        <p:grpSpPr>
          <a:xfrm>
            <a:off x="3694176" y="0"/>
            <a:ext cx="8494649" cy="6858000"/>
            <a:chOff x="3934172" y="0"/>
            <a:chExt cx="8221006" cy="6874094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D3E78D5-97DE-49D0-B453-3207960DD575}"/>
                </a:ext>
              </a:extLst>
            </p:cNvPr>
            <p:cNvCxnSpPr/>
            <p:nvPr userDrawn="1"/>
          </p:nvCxnSpPr>
          <p:spPr>
            <a:xfrm flipH="1">
              <a:off x="3934172" y="0"/>
              <a:ext cx="3888432" cy="3888432"/>
            </a:xfrm>
            <a:prstGeom prst="line">
              <a:avLst/>
            </a:prstGeom>
            <a:ln w="38100">
              <a:solidFill>
                <a:schemeClr val="bg1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2A83B9B-3860-4CF5-8B93-838A8D98A2A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695964" y="24384"/>
              <a:ext cx="1748432" cy="1748432"/>
            </a:xfrm>
            <a:prstGeom prst="line">
              <a:avLst/>
            </a:prstGeom>
            <a:ln>
              <a:solidFill>
                <a:schemeClr val="bg1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58E7D2D-8B95-48D7-929D-B0DEDD2E49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927868" y="0"/>
              <a:ext cx="1748432" cy="1748432"/>
            </a:xfrm>
            <a:prstGeom prst="line">
              <a:avLst/>
            </a:prstGeom>
            <a:ln>
              <a:solidFill>
                <a:schemeClr val="bg1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C46B118-76BA-4791-A9E5-E6A945AE955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822604" y="12192"/>
              <a:ext cx="926592" cy="926592"/>
            </a:xfrm>
            <a:prstGeom prst="line">
              <a:avLst/>
            </a:prstGeom>
            <a:ln w="76200">
              <a:solidFill>
                <a:schemeClr val="bg1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7EA88FF-FC5C-4F81-B53F-A526D1B9D18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570142" y="744324"/>
              <a:ext cx="6000076" cy="6129770"/>
            </a:xfrm>
            <a:prstGeom prst="line">
              <a:avLst/>
            </a:prstGeom>
            <a:ln>
              <a:solidFill>
                <a:schemeClr val="bg1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9FE68C4-D7BE-4050-B87F-8FEBD9ACE63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175628" y="793092"/>
              <a:ext cx="1979550" cy="2022339"/>
            </a:xfrm>
            <a:prstGeom prst="line">
              <a:avLst/>
            </a:prstGeom>
            <a:ln w="76200">
              <a:solidFill>
                <a:schemeClr val="bg1"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13">
            <a:extLst>
              <a:ext uri="{FF2B5EF4-FFF2-40B4-BE49-F238E27FC236}">
                <a16:creationId xmlns:a16="http://schemas.microsoft.com/office/drawing/2014/main" id="{FB1ABD77-DB71-4D2D-A7D4-98BFA0C6E13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633271" y="510954"/>
            <a:ext cx="1639979" cy="3401974"/>
            <a:chOff x="5974" y="596"/>
            <a:chExt cx="1250" cy="259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93" name="Freeform 14">
              <a:extLst>
                <a:ext uri="{FF2B5EF4-FFF2-40B4-BE49-F238E27FC236}">
                  <a16:creationId xmlns:a16="http://schemas.microsoft.com/office/drawing/2014/main" id="{967F0D46-78AC-4F37-B54F-422E7C266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4" y="596"/>
              <a:ext cx="1250" cy="2593"/>
            </a:xfrm>
            <a:custGeom>
              <a:avLst/>
              <a:gdLst>
                <a:gd name="T0" fmla="*/ 16 w 104"/>
                <a:gd name="T1" fmla="*/ 219 h 219"/>
                <a:gd name="T2" fmla="*/ 0 w 104"/>
                <a:gd name="T3" fmla="*/ 203 h 219"/>
                <a:gd name="T4" fmla="*/ 0 w 104"/>
                <a:gd name="T5" fmla="*/ 17 h 219"/>
                <a:gd name="T6" fmla="*/ 16 w 104"/>
                <a:gd name="T7" fmla="*/ 0 h 219"/>
                <a:gd name="T8" fmla="*/ 88 w 104"/>
                <a:gd name="T9" fmla="*/ 0 h 219"/>
                <a:gd name="T10" fmla="*/ 104 w 104"/>
                <a:gd name="T11" fmla="*/ 17 h 219"/>
                <a:gd name="T12" fmla="*/ 104 w 104"/>
                <a:gd name="T13" fmla="*/ 203 h 219"/>
                <a:gd name="T14" fmla="*/ 88 w 104"/>
                <a:gd name="T15" fmla="*/ 219 h 219"/>
                <a:gd name="T16" fmla="*/ 16 w 104"/>
                <a:gd name="T17" fmla="*/ 219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219">
                  <a:moveTo>
                    <a:pt x="16" y="219"/>
                  </a:moveTo>
                  <a:cubicBezTo>
                    <a:pt x="7" y="219"/>
                    <a:pt x="0" y="212"/>
                    <a:pt x="0" y="20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7" y="0"/>
                    <a:pt x="104" y="8"/>
                    <a:pt x="104" y="17"/>
                  </a:cubicBezTo>
                  <a:cubicBezTo>
                    <a:pt x="104" y="203"/>
                    <a:pt x="104" y="203"/>
                    <a:pt x="104" y="203"/>
                  </a:cubicBezTo>
                  <a:cubicBezTo>
                    <a:pt x="104" y="212"/>
                    <a:pt x="97" y="219"/>
                    <a:pt x="88" y="219"/>
                  </a:cubicBezTo>
                  <a:lnTo>
                    <a:pt x="16" y="2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D8D3992-63F0-4A26-A14F-D297C8479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0" y="963"/>
              <a:ext cx="1070" cy="187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3CC9950-C3F3-4801-BD31-9FD50E46A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3" y="2929"/>
              <a:ext cx="192" cy="189"/>
            </a:xfrm>
            <a:prstGeom prst="ellipse">
              <a:avLst/>
            </a:prstGeom>
            <a:solidFill>
              <a:schemeClr val="accent4"/>
            </a:solidFill>
            <a:ln w="19050" cap="flat">
              <a:solidFill>
                <a:srgbClr val="F1F2F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6" name="Freeform 17">
              <a:extLst>
                <a:ext uri="{FF2B5EF4-FFF2-40B4-BE49-F238E27FC236}">
                  <a16:creationId xmlns:a16="http://schemas.microsoft.com/office/drawing/2014/main" id="{BBE67585-7E87-407A-964B-C4ED59508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" y="809"/>
              <a:ext cx="204" cy="36"/>
            </a:xfrm>
            <a:custGeom>
              <a:avLst/>
              <a:gdLst>
                <a:gd name="T0" fmla="*/ 16 w 17"/>
                <a:gd name="T1" fmla="*/ 3 h 3"/>
                <a:gd name="T2" fmla="*/ 17 w 17"/>
                <a:gd name="T3" fmla="*/ 1 h 3"/>
                <a:gd name="T4" fmla="*/ 17 w 17"/>
                <a:gd name="T5" fmla="*/ 1 h 3"/>
                <a:gd name="T6" fmla="*/ 16 w 17"/>
                <a:gd name="T7" fmla="*/ 0 h 3"/>
                <a:gd name="T8" fmla="*/ 1 w 17"/>
                <a:gd name="T9" fmla="*/ 0 h 3"/>
                <a:gd name="T10" fmla="*/ 0 w 17"/>
                <a:gd name="T11" fmla="*/ 1 h 3"/>
                <a:gd name="T12" fmla="*/ 0 w 17"/>
                <a:gd name="T13" fmla="*/ 1 h 3"/>
                <a:gd name="T14" fmla="*/ 1 w 17"/>
                <a:gd name="T15" fmla="*/ 3 h 3"/>
                <a:gd name="T16" fmla="*/ 16 w 17"/>
                <a:gd name="T1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3">
                  <a:moveTo>
                    <a:pt x="16" y="3"/>
                  </a:moveTo>
                  <a:cubicBezTo>
                    <a:pt x="16" y="3"/>
                    <a:pt x="17" y="2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6" y="0"/>
                    <a:pt x="16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lnTo>
                    <a:pt x="16" y="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5C7D955-ADAC-4DD9-911A-495832A2A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5" y="703"/>
              <a:ext cx="48" cy="4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98" name="Group 13">
            <a:extLst>
              <a:ext uri="{FF2B5EF4-FFF2-40B4-BE49-F238E27FC236}">
                <a16:creationId xmlns:a16="http://schemas.microsoft.com/office/drawing/2014/main" id="{D642F163-4C81-4C96-B84F-423C1D440FF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18985" y="521273"/>
            <a:ext cx="1639979" cy="3401974"/>
            <a:chOff x="5974" y="596"/>
            <a:chExt cx="1250" cy="259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99" name="Freeform 14">
              <a:extLst>
                <a:ext uri="{FF2B5EF4-FFF2-40B4-BE49-F238E27FC236}">
                  <a16:creationId xmlns:a16="http://schemas.microsoft.com/office/drawing/2014/main" id="{13065047-F54A-41E4-BE8E-A0FE27CEF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4" y="596"/>
              <a:ext cx="1250" cy="2593"/>
            </a:xfrm>
            <a:custGeom>
              <a:avLst/>
              <a:gdLst>
                <a:gd name="T0" fmla="*/ 16 w 104"/>
                <a:gd name="T1" fmla="*/ 219 h 219"/>
                <a:gd name="T2" fmla="*/ 0 w 104"/>
                <a:gd name="T3" fmla="*/ 203 h 219"/>
                <a:gd name="T4" fmla="*/ 0 w 104"/>
                <a:gd name="T5" fmla="*/ 17 h 219"/>
                <a:gd name="T6" fmla="*/ 16 w 104"/>
                <a:gd name="T7" fmla="*/ 0 h 219"/>
                <a:gd name="T8" fmla="*/ 88 w 104"/>
                <a:gd name="T9" fmla="*/ 0 h 219"/>
                <a:gd name="T10" fmla="*/ 104 w 104"/>
                <a:gd name="T11" fmla="*/ 17 h 219"/>
                <a:gd name="T12" fmla="*/ 104 w 104"/>
                <a:gd name="T13" fmla="*/ 203 h 219"/>
                <a:gd name="T14" fmla="*/ 88 w 104"/>
                <a:gd name="T15" fmla="*/ 219 h 219"/>
                <a:gd name="T16" fmla="*/ 16 w 104"/>
                <a:gd name="T17" fmla="*/ 219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219">
                  <a:moveTo>
                    <a:pt x="16" y="219"/>
                  </a:moveTo>
                  <a:cubicBezTo>
                    <a:pt x="7" y="219"/>
                    <a:pt x="0" y="212"/>
                    <a:pt x="0" y="20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7" y="0"/>
                    <a:pt x="104" y="8"/>
                    <a:pt x="104" y="17"/>
                  </a:cubicBezTo>
                  <a:cubicBezTo>
                    <a:pt x="104" y="203"/>
                    <a:pt x="104" y="203"/>
                    <a:pt x="104" y="203"/>
                  </a:cubicBezTo>
                  <a:cubicBezTo>
                    <a:pt x="104" y="212"/>
                    <a:pt x="97" y="219"/>
                    <a:pt x="88" y="219"/>
                  </a:cubicBezTo>
                  <a:lnTo>
                    <a:pt x="16" y="2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E122D61-BAFF-4837-912E-135773CA7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0" y="963"/>
              <a:ext cx="1070" cy="187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91CC948A-F962-4A63-9FB4-46DC10F16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3" y="2929"/>
              <a:ext cx="192" cy="189"/>
            </a:xfrm>
            <a:prstGeom prst="ellipse">
              <a:avLst/>
            </a:prstGeom>
            <a:solidFill>
              <a:schemeClr val="accent4"/>
            </a:solidFill>
            <a:ln w="19050" cap="flat">
              <a:solidFill>
                <a:srgbClr val="F1F2F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2" name="Freeform 17">
              <a:extLst>
                <a:ext uri="{FF2B5EF4-FFF2-40B4-BE49-F238E27FC236}">
                  <a16:creationId xmlns:a16="http://schemas.microsoft.com/office/drawing/2014/main" id="{1B075AF8-B5A6-405B-8F72-18FC5C006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" y="809"/>
              <a:ext cx="204" cy="36"/>
            </a:xfrm>
            <a:custGeom>
              <a:avLst/>
              <a:gdLst>
                <a:gd name="T0" fmla="*/ 16 w 17"/>
                <a:gd name="T1" fmla="*/ 3 h 3"/>
                <a:gd name="T2" fmla="*/ 17 w 17"/>
                <a:gd name="T3" fmla="*/ 1 h 3"/>
                <a:gd name="T4" fmla="*/ 17 w 17"/>
                <a:gd name="T5" fmla="*/ 1 h 3"/>
                <a:gd name="T6" fmla="*/ 16 w 17"/>
                <a:gd name="T7" fmla="*/ 0 h 3"/>
                <a:gd name="T8" fmla="*/ 1 w 17"/>
                <a:gd name="T9" fmla="*/ 0 h 3"/>
                <a:gd name="T10" fmla="*/ 0 w 17"/>
                <a:gd name="T11" fmla="*/ 1 h 3"/>
                <a:gd name="T12" fmla="*/ 0 w 17"/>
                <a:gd name="T13" fmla="*/ 1 h 3"/>
                <a:gd name="T14" fmla="*/ 1 w 17"/>
                <a:gd name="T15" fmla="*/ 3 h 3"/>
                <a:gd name="T16" fmla="*/ 16 w 17"/>
                <a:gd name="T1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3">
                  <a:moveTo>
                    <a:pt x="16" y="3"/>
                  </a:moveTo>
                  <a:cubicBezTo>
                    <a:pt x="16" y="3"/>
                    <a:pt x="17" y="2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6" y="0"/>
                    <a:pt x="16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lnTo>
                    <a:pt x="16" y="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03EBA34C-DC08-4645-9441-7FF61D14B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5" y="703"/>
              <a:ext cx="48" cy="4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63" name="Group 13">
            <a:extLst>
              <a:ext uri="{FF2B5EF4-FFF2-40B4-BE49-F238E27FC236}">
                <a16:creationId xmlns:a16="http://schemas.microsoft.com/office/drawing/2014/main" id="{0A211AC2-692E-4134-BF77-09909F0814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49138" y="276797"/>
            <a:ext cx="1984375" cy="4116388"/>
            <a:chOff x="5974" y="596"/>
            <a:chExt cx="1250" cy="259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7" name="Freeform 14">
              <a:extLst>
                <a:ext uri="{FF2B5EF4-FFF2-40B4-BE49-F238E27FC236}">
                  <a16:creationId xmlns:a16="http://schemas.microsoft.com/office/drawing/2014/main" id="{151A3700-AA0A-4100-AD89-BD732068C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4" y="596"/>
              <a:ext cx="1250" cy="2593"/>
            </a:xfrm>
            <a:custGeom>
              <a:avLst/>
              <a:gdLst>
                <a:gd name="T0" fmla="*/ 16 w 104"/>
                <a:gd name="T1" fmla="*/ 219 h 219"/>
                <a:gd name="T2" fmla="*/ 0 w 104"/>
                <a:gd name="T3" fmla="*/ 203 h 219"/>
                <a:gd name="T4" fmla="*/ 0 w 104"/>
                <a:gd name="T5" fmla="*/ 17 h 219"/>
                <a:gd name="T6" fmla="*/ 16 w 104"/>
                <a:gd name="T7" fmla="*/ 0 h 219"/>
                <a:gd name="T8" fmla="*/ 88 w 104"/>
                <a:gd name="T9" fmla="*/ 0 h 219"/>
                <a:gd name="T10" fmla="*/ 104 w 104"/>
                <a:gd name="T11" fmla="*/ 17 h 219"/>
                <a:gd name="T12" fmla="*/ 104 w 104"/>
                <a:gd name="T13" fmla="*/ 203 h 219"/>
                <a:gd name="T14" fmla="*/ 88 w 104"/>
                <a:gd name="T15" fmla="*/ 219 h 219"/>
                <a:gd name="T16" fmla="*/ 16 w 104"/>
                <a:gd name="T17" fmla="*/ 219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219">
                  <a:moveTo>
                    <a:pt x="16" y="219"/>
                  </a:moveTo>
                  <a:cubicBezTo>
                    <a:pt x="7" y="219"/>
                    <a:pt x="0" y="212"/>
                    <a:pt x="0" y="20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7" y="0"/>
                    <a:pt x="1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7" y="0"/>
                    <a:pt x="104" y="8"/>
                    <a:pt x="104" y="17"/>
                  </a:cubicBezTo>
                  <a:cubicBezTo>
                    <a:pt x="104" y="203"/>
                    <a:pt x="104" y="203"/>
                    <a:pt x="104" y="203"/>
                  </a:cubicBezTo>
                  <a:cubicBezTo>
                    <a:pt x="104" y="212"/>
                    <a:pt x="97" y="219"/>
                    <a:pt x="88" y="219"/>
                  </a:cubicBezTo>
                  <a:lnTo>
                    <a:pt x="16" y="2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B7BB446-19C6-428A-A4DD-57929515F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0" y="963"/>
              <a:ext cx="1070" cy="187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02D3B23-037A-4F51-9EE7-DCC94A3AD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3" y="2929"/>
              <a:ext cx="192" cy="189"/>
            </a:xfrm>
            <a:prstGeom prst="ellipse">
              <a:avLst/>
            </a:prstGeom>
            <a:solidFill>
              <a:schemeClr val="accent4"/>
            </a:solidFill>
            <a:ln w="19050" cap="flat">
              <a:solidFill>
                <a:srgbClr val="F1F2F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0" name="Freeform 17">
              <a:extLst>
                <a:ext uri="{FF2B5EF4-FFF2-40B4-BE49-F238E27FC236}">
                  <a16:creationId xmlns:a16="http://schemas.microsoft.com/office/drawing/2014/main" id="{66A9063E-F340-4676-A3F7-270461496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" y="809"/>
              <a:ext cx="204" cy="36"/>
            </a:xfrm>
            <a:custGeom>
              <a:avLst/>
              <a:gdLst>
                <a:gd name="T0" fmla="*/ 16 w 17"/>
                <a:gd name="T1" fmla="*/ 3 h 3"/>
                <a:gd name="T2" fmla="*/ 17 w 17"/>
                <a:gd name="T3" fmla="*/ 1 h 3"/>
                <a:gd name="T4" fmla="*/ 17 w 17"/>
                <a:gd name="T5" fmla="*/ 1 h 3"/>
                <a:gd name="T6" fmla="*/ 16 w 17"/>
                <a:gd name="T7" fmla="*/ 0 h 3"/>
                <a:gd name="T8" fmla="*/ 1 w 17"/>
                <a:gd name="T9" fmla="*/ 0 h 3"/>
                <a:gd name="T10" fmla="*/ 0 w 17"/>
                <a:gd name="T11" fmla="*/ 1 h 3"/>
                <a:gd name="T12" fmla="*/ 0 w 17"/>
                <a:gd name="T13" fmla="*/ 1 h 3"/>
                <a:gd name="T14" fmla="*/ 1 w 17"/>
                <a:gd name="T15" fmla="*/ 3 h 3"/>
                <a:gd name="T16" fmla="*/ 16 w 17"/>
                <a:gd name="T1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3">
                  <a:moveTo>
                    <a:pt x="16" y="3"/>
                  </a:moveTo>
                  <a:cubicBezTo>
                    <a:pt x="16" y="3"/>
                    <a:pt x="17" y="2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6" y="0"/>
                    <a:pt x="16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lnTo>
                    <a:pt x="16" y="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4120788-E20D-40CF-BBF5-5877C7E81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5" y="703"/>
              <a:ext cx="48" cy="4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65" name="Imagen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579" y="1868088"/>
            <a:ext cx="719562" cy="679586"/>
          </a:xfrm>
          <a:prstGeom prst="rect">
            <a:avLst/>
          </a:prstGeom>
        </p:spPr>
      </p:pic>
      <p:pic>
        <p:nvPicPr>
          <p:cNvPr id="1026" name="Picture 2" descr="https://www.webcoretic.com/wp-content/uploads/2018/10/1348484587_92cd953a-ec3f-4c9a-9840-ca554af8bfd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438" y="5091984"/>
            <a:ext cx="3360100" cy="1579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86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6E778B-0C46-446F-B955-52018698E166}"/>
              </a:ext>
            </a:extLst>
          </p:cNvPr>
          <p:cNvSpPr txBox="1"/>
          <p:nvPr/>
        </p:nvSpPr>
        <p:spPr>
          <a:xfrm>
            <a:off x="839751" y="1039195"/>
            <a:ext cx="446416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5400" spc="-300" dirty="0" err="1" smtClean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Nosotros</a:t>
            </a:r>
            <a:endParaRPr lang="en-IN" sz="5400" b="1" dirty="0">
              <a:solidFill>
                <a:schemeClr val="accent3"/>
              </a:solidFill>
              <a:latin typeface="Open San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7938AD-DFCE-4C13-B9EB-3F7017523365}"/>
              </a:ext>
            </a:extLst>
          </p:cNvPr>
          <p:cNvGrpSpPr/>
          <p:nvPr/>
        </p:nvGrpSpPr>
        <p:grpSpPr>
          <a:xfrm>
            <a:off x="6677813" y="0"/>
            <a:ext cx="5512601" cy="6425514"/>
            <a:chOff x="6929529" y="0"/>
            <a:chExt cx="5259296" cy="6130260"/>
          </a:xfrm>
          <a:blipFill dpi="0" rotWithShape="1">
            <a:blip r:embed="rId3"/>
            <a:srcRect/>
            <a:stretch>
              <a:fillRect/>
            </a:stretch>
          </a:blipFill>
          <a:effectLst>
            <a:outerShdw blurRad="88900" dist="38100" dir="8100000" algn="tr" rotWithShape="0">
              <a:prstClr val="black">
                <a:alpha val="3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D38FB88-8299-4DB9-8BAC-32B1CEE46C30}"/>
                </a:ext>
              </a:extLst>
            </p:cNvPr>
            <p:cNvSpPr/>
            <p:nvPr/>
          </p:nvSpPr>
          <p:spPr>
            <a:xfrm>
              <a:off x="7102524" y="875125"/>
              <a:ext cx="5086301" cy="5255135"/>
            </a:xfrm>
            <a:custGeom>
              <a:avLst/>
              <a:gdLst>
                <a:gd name="connsiteX0" fmla="*/ 5086301 w 5086301"/>
                <a:gd name="connsiteY0" fmla="*/ 0 h 5255135"/>
                <a:gd name="connsiteX1" fmla="*/ 5086301 w 5086301"/>
                <a:gd name="connsiteY1" fmla="*/ 2173878 h 5255135"/>
                <a:gd name="connsiteX2" fmla="*/ 1048380 w 5086301"/>
                <a:gd name="connsiteY2" fmla="*/ 5255135 h 5255135"/>
                <a:gd name="connsiteX3" fmla="*/ 0 w 5086301"/>
                <a:gd name="connsiteY3" fmla="*/ 3881255 h 5255135"/>
                <a:gd name="connsiteX4" fmla="*/ 5086301 w 5086301"/>
                <a:gd name="connsiteY4" fmla="*/ 0 h 5255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6301" h="5255135">
                  <a:moveTo>
                    <a:pt x="5086301" y="0"/>
                  </a:moveTo>
                  <a:lnTo>
                    <a:pt x="5086301" y="2173878"/>
                  </a:lnTo>
                  <a:lnTo>
                    <a:pt x="1048380" y="5255135"/>
                  </a:lnTo>
                  <a:lnTo>
                    <a:pt x="0" y="3881255"/>
                  </a:lnTo>
                  <a:lnTo>
                    <a:pt x="508630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FE65F15-325B-4AE1-875E-54CB030827E0}"/>
                </a:ext>
              </a:extLst>
            </p:cNvPr>
            <p:cNvSpPr/>
            <p:nvPr/>
          </p:nvSpPr>
          <p:spPr>
            <a:xfrm>
              <a:off x="6929529" y="0"/>
              <a:ext cx="5259296" cy="3930756"/>
            </a:xfrm>
            <a:custGeom>
              <a:avLst/>
              <a:gdLst>
                <a:gd name="connsiteX0" fmla="*/ 3350731 w 5259296"/>
                <a:gd name="connsiteY0" fmla="*/ 0 h 3930756"/>
                <a:gd name="connsiteX1" fmla="*/ 5259296 w 5259296"/>
                <a:gd name="connsiteY1" fmla="*/ 0 h 3930756"/>
                <a:gd name="connsiteX2" fmla="*/ 5259296 w 5259296"/>
                <a:gd name="connsiteY2" fmla="*/ 717490 h 3930756"/>
                <a:gd name="connsiteX3" fmla="*/ 1048380 w 5259296"/>
                <a:gd name="connsiteY3" fmla="*/ 3930756 h 3930756"/>
                <a:gd name="connsiteX4" fmla="*/ 0 w 5259296"/>
                <a:gd name="connsiteY4" fmla="*/ 2556876 h 3930756"/>
                <a:gd name="connsiteX5" fmla="*/ 3350731 w 5259296"/>
                <a:gd name="connsiteY5" fmla="*/ 0 h 393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59296" h="3930756">
                  <a:moveTo>
                    <a:pt x="3350731" y="0"/>
                  </a:moveTo>
                  <a:lnTo>
                    <a:pt x="5259296" y="0"/>
                  </a:lnTo>
                  <a:lnTo>
                    <a:pt x="5259296" y="717490"/>
                  </a:lnTo>
                  <a:lnTo>
                    <a:pt x="1048380" y="3930756"/>
                  </a:lnTo>
                  <a:lnTo>
                    <a:pt x="0" y="2556876"/>
                  </a:lnTo>
                  <a:lnTo>
                    <a:pt x="335073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B3E4D27-5B9C-4FE5-B897-44BAD54072DC}"/>
              </a:ext>
            </a:extLst>
          </p:cNvPr>
          <p:cNvSpPr txBox="1"/>
          <p:nvPr/>
        </p:nvSpPr>
        <p:spPr>
          <a:xfrm>
            <a:off x="839751" y="2569078"/>
            <a:ext cx="4464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MX" sz="20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Somos un equipo de expertos en el área de las tecnologías de la </a:t>
            </a:r>
            <a:r>
              <a:rPr lang="es-MX" sz="2000" kern="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información.</a:t>
            </a:r>
            <a:endParaRPr lang="en-US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905187E-C157-4E50-B579-6EBDB4DE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5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3744027" y="969989"/>
            <a:ext cx="1463040" cy="1463040"/>
          </a:xfrm>
          <a:prstGeom prst="roundRect">
            <a:avLst>
              <a:gd name="adj" fmla="val 920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5045954" y="1521448"/>
            <a:ext cx="666323" cy="36012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961028" y="1239844"/>
            <a:ext cx="10290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kern="0" spc="-3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01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3744027" y="2765719"/>
            <a:ext cx="7424384" cy="1463040"/>
            <a:chOff x="3744027" y="2765719"/>
            <a:chExt cx="7424384" cy="1463040"/>
          </a:xfrm>
        </p:grpSpPr>
        <p:grpSp>
          <p:nvGrpSpPr>
            <p:cNvPr id="48" name="Group 47"/>
            <p:cNvGrpSpPr/>
            <p:nvPr/>
          </p:nvGrpSpPr>
          <p:grpSpPr>
            <a:xfrm>
              <a:off x="5379115" y="2765719"/>
              <a:ext cx="5789296" cy="1463040"/>
              <a:chOff x="3204579" y="2697269"/>
              <a:chExt cx="5789296" cy="146304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3204579" y="2697269"/>
                <a:ext cx="5789296" cy="1463040"/>
              </a:xfrm>
              <a:prstGeom prst="roundRect">
                <a:avLst>
                  <a:gd name="adj" fmla="val 9204"/>
                </a:avLst>
              </a:prstGeom>
              <a:gradFill flip="none" rotWithShape="1">
                <a:gsLst>
                  <a:gs pos="28000">
                    <a:schemeClr val="accent3"/>
                  </a:gs>
                  <a:gs pos="55000">
                    <a:schemeClr val="accent1"/>
                  </a:gs>
                  <a:gs pos="100000">
                    <a:schemeClr val="accent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  <a:effectLst>
                <a:outerShdw blurRad="381000" dist="38100" dir="2700000" sx="104000" sy="104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5" name="Group 44"/>
              <p:cNvGrpSpPr/>
              <p:nvPr/>
            </p:nvGrpSpPr>
            <p:grpSpPr>
              <a:xfrm>
                <a:off x="3583349" y="2967124"/>
                <a:ext cx="5203804" cy="1107995"/>
                <a:chOff x="3673380" y="2967124"/>
                <a:chExt cx="5203804" cy="1107995"/>
              </a:xfrm>
            </p:grpSpPr>
            <p:sp>
              <p:nvSpPr>
                <p:cNvPr id="39" name="Rectangle 38"/>
                <p:cNvSpPr/>
                <p:nvPr/>
              </p:nvSpPr>
              <p:spPr>
                <a:xfrm>
                  <a:off x="3673380" y="3490344"/>
                  <a:ext cx="5031757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6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Desarrollamos</a:t>
                  </a:r>
                  <a:r>
                    <a:rPr lang="en-US" sz="16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</a:t>
                  </a:r>
                  <a:r>
                    <a:rPr lang="en-US" sz="16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páginas</a:t>
                  </a:r>
                  <a:r>
                    <a:rPr lang="en-US" sz="16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</a:t>
                  </a:r>
                  <a:r>
                    <a:rPr lang="en-US" sz="16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empresariales</a:t>
                  </a:r>
                  <a:r>
                    <a:rPr lang="en-US" sz="16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</a:t>
                  </a:r>
                  <a:r>
                    <a:rPr lang="en-US" sz="16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así</a:t>
                  </a:r>
                  <a:r>
                    <a:rPr lang="en-US" sz="16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</a:t>
                  </a:r>
                  <a:r>
                    <a:rPr lang="en-US" sz="16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como</a:t>
                  </a:r>
                  <a:r>
                    <a:rPr lang="en-US" sz="16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</a:t>
                  </a:r>
                  <a:r>
                    <a:rPr lang="en-US" sz="16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aplicaciones</a:t>
                  </a:r>
                  <a:r>
                    <a:rPr lang="en-US" sz="16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</a:t>
                  </a:r>
                  <a:r>
                    <a:rPr lang="en-US" sz="16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en</a:t>
                  </a:r>
                  <a:r>
                    <a:rPr lang="en-US" sz="16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</a:t>
                  </a:r>
                  <a:r>
                    <a:rPr lang="en-US" sz="16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plataforma</a:t>
                  </a:r>
                  <a:r>
                    <a:rPr lang="en-US" sz="16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web.</a:t>
                  </a:r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3673380" y="2967124"/>
                  <a:ext cx="5203804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28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Desarrollo</a:t>
                  </a:r>
                  <a:r>
                    <a:rPr lang="en-US" sz="28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de </a:t>
                  </a:r>
                  <a:r>
                    <a:rPr lang="en-US" sz="28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aplicaciones</a:t>
                  </a:r>
                  <a:r>
                    <a:rPr lang="en-US" sz="28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Web</a:t>
                  </a:r>
                  <a:endParaRPr lang="en-US" sz="28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34" name="Group 33"/>
            <p:cNvGrpSpPr/>
            <p:nvPr/>
          </p:nvGrpSpPr>
          <p:grpSpPr>
            <a:xfrm>
              <a:off x="3744027" y="2765719"/>
              <a:ext cx="1815151" cy="1463040"/>
              <a:chOff x="1569491" y="2697269"/>
              <a:chExt cx="1815151" cy="1463040"/>
            </a:xfrm>
          </p:grpSpPr>
          <p:sp>
            <p:nvSpPr>
              <p:cNvPr id="2" name="Rounded Rectangle 1"/>
              <p:cNvSpPr/>
              <p:nvPr/>
            </p:nvSpPr>
            <p:spPr>
              <a:xfrm>
                <a:off x="1569491" y="2697269"/>
                <a:ext cx="1463040" cy="1463040"/>
              </a:xfrm>
              <a:prstGeom prst="roundRect">
                <a:avLst>
                  <a:gd name="adj" fmla="val 9204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Isosceles Triangle 2"/>
              <p:cNvSpPr/>
              <p:nvPr/>
            </p:nvSpPr>
            <p:spPr>
              <a:xfrm rot="5400000">
                <a:off x="2871418" y="3248728"/>
                <a:ext cx="666323" cy="360124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1786492" y="2967124"/>
                <a:ext cx="102903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400" b="1" kern="0" spc="-3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02</a:t>
                </a:r>
              </a:p>
            </p:txBody>
          </p:sp>
        </p:grpSp>
      </p:grpSp>
      <p:grpSp>
        <p:nvGrpSpPr>
          <p:cNvPr id="52" name="Group 51"/>
          <p:cNvGrpSpPr/>
          <p:nvPr/>
        </p:nvGrpSpPr>
        <p:grpSpPr>
          <a:xfrm>
            <a:off x="3744027" y="4561449"/>
            <a:ext cx="7424384" cy="1463040"/>
            <a:chOff x="3744027" y="4561449"/>
            <a:chExt cx="7424384" cy="1463040"/>
          </a:xfrm>
        </p:grpSpPr>
        <p:grpSp>
          <p:nvGrpSpPr>
            <p:cNvPr id="49" name="Group 48"/>
            <p:cNvGrpSpPr/>
            <p:nvPr/>
          </p:nvGrpSpPr>
          <p:grpSpPr>
            <a:xfrm>
              <a:off x="5379115" y="4561449"/>
              <a:ext cx="5789296" cy="1463040"/>
              <a:chOff x="3204579" y="4492999"/>
              <a:chExt cx="5789296" cy="1463040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3204579" y="4492999"/>
                <a:ext cx="5789296" cy="1463040"/>
              </a:xfrm>
              <a:prstGeom prst="roundRect">
                <a:avLst>
                  <a:gd name="adj" fmla="val 9204"/>
                </a:avLst>
              </a:prstGeom>
              <a:gradFill flip="none" rotWithShape="1">
                <a:gsLst>
                  <a:gs pos="28000">
                    <a:schemeClr val="accent5"/>
                  </a:gs>
                  <a:gs pos="69000">
                    <a:schemeClr val="accent4">
                      <a:lumMod val="95000"/>
                      <a:lumOff val="5000"/>
                    </a:schemeClr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81000" dist="38100" dir="2700000" sx="104000" sy="104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6" name="Group 45"/>
              <p:cNvGrpSpPr/>
              <p:nvPr/>
            </p:nvGrpSpPr>
            <p:grpSpPr>
              <a:xfrm>
                <a:off x="3583349" y="4762854"/>
                <a:ext cx="5410526" cy="1169551"/>
                <a:chOff x="3673380" y="4683529"/>
                <a:chExt cx="5410526" cy="1169551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3673380" y="5206749"/>
                  <a:ext cx="5031757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s-MX" sz="1600" kern="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Desarrollo de aplicaciones móviles (apps Android y apps iOS)</a:t>
                  </a:r>
                  <a:r>
                    <a:rPr lang="en-US" sz="20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. </a:t>
                  </a:r>
                  <a:endParaRPr 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3673380" y="4683529"/>
                  <a:ext cx="5410526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28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Desarrollo</a:t>
                  </a:r>
                  <a:r>
                    <a:rPr lang="en-US" sz="28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de </a:t>
                  </a:r>
                  <a:r>
                    <a:rPr lang="en-US" sz="28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aplicaciones</a:t>
                  </a:r>
                  <a:r>
                    <a:rPr lang="en-US" sz="28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</a:t>
                  </a:r>
                  <a:r>
                    <a:rPr lang="en-US" sz="2800" kern="0" dirty="0" err="1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móvil</a:t>
                  </a:r>
                  <a:endParaRPr lang="en-US" sz="28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35" name="Group 34"/>
            <p:cNvGrpSpPr/>
            <p:nvPr/>
          </p:nvGrpSpPr>
          <p:grpSpPr>
            <a:xfrm>
              <a:off x="3744027" y="4561449"/>
              <a:ext cx="1815151" cy="1463040"/>
              <a:chOff x="1569491" y="4492999"/>
              <a:chExt cx="1815151" cy="1463040"/>
            </a:xfrm>
          </p:grpSpPr>
          <p:sp>
            <p:nvSpPr>
              <p:cNvPr id="21" name="Rounded Rectangle 20"/>
              <p:cNvSpPr/>
              <p:nvPr/>
            </p:nvSpPr>
            <p:spPr>
              <a:xfrm>
                <a:off x="1569491" y="4492999"/>
                <a:ext cx="1463040" cy="1463040"/>
              </a:xfrm>
              <a:prstGeom prst="roundRect">
                <a:avLst>
                  <a:gd name="adj" fmla="val 9204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Isosceles Triangle 21"/>
              <p:cNvSpPr/>
              <p:nvPr/>
            </p:nvSpPr>
            <p:spPr>
              <a:xfrm rot="5400000">
                <a:off x="2871418" y="5044458"/>
                <a:ext cx="666323" cy="360124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1786492" y="4762854"/>
                <a:ext cx="102903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400" b="1" kern="0" spc="-3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03</a:t>
                </a:r>
              </a:p>
            </p:txBody>
          </p:sp>
        </p:grpSp>
      </p:grpSp>
      <p:grpSp>
        <p:nvGrpSpPr>
          <p:cNvPr id="54" name="Group 53"/>
          <p:cNvGrpSpPr/>
          <p:nvPr/>
        </p:nvGrpSpPr>
        <p:grpSpPr>
          <a:xfrm>
            <a:off x="3744027" y="969989"/>
            <a:ext cx="7424384" cy="1463040"/>
            <a:chOff x="3744027" y="969989"/>
            <a:chExt cx="7424384" cy="1463040"/>
          </a:xfrm>
        </p:grpSpPr>
        <p:grpSp>
          <p:nvGrpSpPr>
            <p:cNvPr id="47" name="Group 46"/>
            <p:cNvGrpSpPr/>
            <p:nvPr/>
          </p:nvGrpSpPr>
          <p:grpSpPr>
            <a:xfrm>
              <a:off x="5379115" y="969989"/>
              <a:ext cx="5789296" cy="1463040"/>
              <a:chOff x="3204579" y="901539"/>
              <a:chExt cx="5789296" cy="1463040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3204579" y="901539"/>
                <a:ext cx="5789296" cy="1463040"/>
              </a:xfrm>
              <a:prstGeom prst="roundRect">
                <a:avLst>
                  <a:gd name="adj" fmla="val 9204"/>
                </a:avLst>
              </a:prstGeom>
              <a:gradFill flip="none" rotWithShape="1">
                <a:gsLst>
                  <a:gs pos="0">
                    <a:schemeClr val="accent4"/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  <a:effectLst>
                <a:outerShdw blurRad="381000" dist="38100" dir="2700000" sx="104000" sy="104000" algn="tl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3" name="Group 42"/>
              <p:cNvGrpSpPr/>
              <p:nvPr/>
            </p:nvGrpSpPr>
            <p:grpSpPr>
              <a:xfrm>
                <a:off x="3583348" y="1171394"/>
                <a:ext cx="5402511" cy="1107995"/>
                <a:chOff x="3593627" y="1109839"/>
                <a:chExt cx="5402511" cy="1107995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3593628" y="1633059"/>
                  <a:ext cx="5402510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s-MX" sz="1600" kern="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Aplicaciones. Base de datos. Redes y Conectividad. Análisis y Estadística. Sistemas </a:t>
                  </a:r>
                  <a:r>
                    <a:rPr lang="es-MX" sz="1600" kern="0" dirty="0" err="1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Multiplataformas</a:t>
                  </a:r>
                  <a:r>
                    <a:rPr lang="es-MX" sz="1600" kern="0" dirty="0" smtClean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.</a:t>
                  </a:r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3593627" y="1109839"/>
                  <a:ext cx="5203805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2800" kern="0" dirty="0" err="1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Asesoría</a:t>
                  </a:r>
                  <a:r>
                    <a:rPr lang="en-US" sz="2800" kern="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, </a:t>
                  </a:r>
                  <a:r>
                    <a:rPr lang="en-US" sz="2800" kern="0" dirty="0" err="1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diseño</a:t>
                  </a:r>
                  <a:r>
                    <a:rPr lang="en-US" sz="2800" kern="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 y </a:t>
                  </a:r>
                  <a:r>
                    <a:rPr lang="en-US" sz="2800" kern="0" dirty="0" err="1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consultoría</a:t>
                  </a:r>
                  <a:r>
                    <a:rPr lang="en-US" sz="2800" kern="0" dirty="0">
                      <a:solidFill>
                        <a:schemeClr val="bg1"/>
                      </a:solidFill>
                      <a:latin typeface="Arial" pitchFamily="34" charset="0"/>
                      <a:cs typeface="Arial" pitchFamily="34" charset="0"/>
                    </a:rPr>
                    <a:t>.</a:t>
                  </a:r>
                  <a:endParaRPr lang="en-US" sz="28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33" name="Group 32"/>
            <p:cNvGrpSpPr/>
            <p:nvPr/>
          </p:nvGrpSpPr>
          <p:grpSpPr>
            <a:xfrm>
              <a:off x="3744027" y="969989"/>
              <a:ext cx="1815151" cy="1463040"/>
              <a:chOff x="1569491" y="901540"/>
              <a:chExt cx="1815151" cy="1463040"/>
            </a:xfrm>
          </p:grpSpPr>
          <p:sp>
            <p:nvSpPr>
              <p:cNvPr id="30" name="Rounded Rectangle 29"/>
              <p:cNvSpPr/>
              <p:nvPr/>
            </p:nvSpPr>
            <p:spPr>
              <a:xfrm>
                <a:off x="1569491" y="901540"/>
                <a:ext cx="1463040" cy="1463040"/>
              </a:xfrm>
              <a:prstGeom prst="roundRect">
                <a:avLst>
                  <a:gd name="adj" fmla="val 9204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Isosceles Triangle 30"/>
              <p:cNvSpPr/>
              <p:nvPr/>
            </p:nvSpPr>
            <p:spPr>
              <a:xfrm rot="5400000">
                <a:off x="2871418" y="1452999"/>
                <a:ext cx="666323" cy="360124"/>
              </a:xfrm>
              <a:prstGeom prst="triangl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1786492" y="1171395"/>
                <a:ext cx="102903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400" b="1" kern="0" spc="-3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01</a:t>
                </a:r>
              </a:p>
            </p:txBody>
          </p:sp>
        </p:grpSp>
      </p:grpSp>
      <p:sp>
        <p:nvSpPr>
          <p:cNvPr id="51" name="Rectangle 50"/>
          <p:cNvSpPr/>
          <p:nvPr/>
        </p:nvSpPr>
        <p:spPr>
          <a:xfrm>
            <a:off x="554274" y="1777630"/>
            <a:ext cx="2723813" cy="3439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5400" spc="-300" dirty="0" err="1" smtClean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Servicios</a:t>
            </a:r>
            <a:endParaRPr lang="en-US" sz="5400" spc="-3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20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/>
          <p:cNvSpPr>
            <a:spLocks/>
          </p:cNvSpPr>
          <p:nvPr/>
        </p:nvSpPr>
        <p:spPr bwMode="auto">
          <a:xfrm>
            <a:off x="6171233" y="960120"/>
            <a:ext cx="3169612" cy="2089587"/>
          </a:xfrm>
          <a:custGeom>
            <a:avLst/>
            <a:gdLst>
              <a:gd name="T0" fmla="*/ 1250 w 1639"/>
              <a:gd name="T1" fmla="*/ 0 h 1080"/>
              <a:gd name="T2" fmla="*/ 1248 w 1639"/>
              <a:gd name="T3" fmla="*/ 0 h 1080"/>
              <a:gd name="T4" fmla="*/ 1239 w 1639"/>
              <a:gd name="T5" fmla="*/ 0 h 1080"/>
              <a:gd name="T6" fmla="*/ 1237 w 1639"/>
              <a:gd name="T7" fmla="*/ 0 h 1080"/>
              <a:gd name="T8" fmla="*/ 1234 w 1639"/>
              <a:gd name="T9" fmla="*/ 0 h 1080"/>
              <a:gd name="T10" fmla="*/ 918 w 1639"/>
              <a:gd name="T11" fmla="*/ 40 h 1080"/>
              <a:gd name="T12" fmla="*/ 68 w 1639"/>
              <a:gd name="T13" fmla="*/ 756 h 1080"/>
              <a:gd name="T14" fmla="*/ 0 w 1639"/>
              <a:gd name="T15" fmla="*/ 952 h 1080"/>
              <a:gd name="T16" fmla="*/ 358 w 1639"/>
              <a:gd name="T17" fmla="*/ 793 h 1080"/>
              <a:gd name="T18" fmla="*/ 799 w 1639"/>
              <a:gd name="T19" fmla="*/ 1080 h 1080"/>
              <a:gd name="T20" fmla="*/ 1041 w 1639"/>
              <a:gd name="T21" fmla="*/ 840 h 1080"/>
              <a:gd name="T22" fmla="*/ 1234 w 1639"/>
              <a:gd name="T23" fmla="*/ 799 h 1080"/>
              <a:gd name="T24" fmla="*/ 1248 w 1639"/>
              <a:gd name="T25" fmla="*/ 800 h 1080"/>
              <a:gd name="T26" fmla="*/ 1248 w 1639"/>
              <a:gd name="T27" fmla="*/ 799 h 1080"/>
              <a:gd name="T28" fmla="*/ 1639 w 1639"/>
              <a:gd name="T29" fmla="*/ 400 h 1080"/>
              <a:gd name="T30" fmla="*/ 1250 w 1639"/>
              <a:gd name="T31" fmla="*/ 0 h 1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639" h="1080">
                <a:moveTo>
                  <a:pt x="1250" y="0"/>
                </a:moveTo>
                <a:cubicBezTo>
                  <a:pt x="1249" y="0"/>
                  <a:pt x="1248" y="0"/>
                  <a:pt x="1248" y="0"/>
                </a:cubicBezTo>
                <a:cubicBezTo>
                  <a:pt x="1245" y="0"/>
                  <a:pt x="1242" y="0"/>
                  <a:pt x="1239" y="0"/>
                </a:cubicBezTo>
                <a:cubicBezTo>
                  <a:pt x="1239" y="0"/>
                  <a:pt x="1238" y="0"/>
                  <a:pt x="1237" y="0"/>
                </a:cubicBezTo>
                <a:cubicBezTo>
                  <a:pt x="1236" y="0"/>
                  <a:pt x="1235" y="0"/>
                  <a:pt x="1234" y="0"/>
                </a:cubicBezTo>
                <a:cubicBezTo>
                  <a:pt x="1125" y="0"/>
                  <a:pt x="1019" y="14"/>
                  <a:pt x="918" y="40"/>
                </a:cubicBezTo>
                <a:cubicBezTo>
                  <a:pt x="537" y="136"/>
                  <a:pt x="226" y="404"/>
                  <a:pt x="68" y="756"/>
                </a:cubicBezTo>
                <a:cubicBezTo>
                  <a:pt x="40" y="819"/>
                  <a:pt x="17" y="884"/>
                  <a:pt x="0" y="952"/>
                </a:cubicBezTo>
                <a:cubicBezTo>
                  <a:pt x="88" y="854"/>
                  <a:pt x="216" y="793"/>
                  <a:pt x="358" y="793"/>
                </a:cubicBezTo>
                <a:cubicBezTo>
                  <a:pt x="554" y="793"/>
                  <a:pt x="724" y="911"/>
                  <a:pt x="799" y="1080"/>
                </a:cubicBezTo>
                <a:cubicBezTo>
                  <a:pt x="847" y="973"/>
                  <a:pt x="934" y="887"/>
                  <a:pt x="1041" y="840"/>
                </a:cubicBezTo>
                <a:cubicBezTo>
                  <a:pt x="1100" y="814"/>
                  <a:pt x="1165" y="799"/>
                  <a:pt x="1234" y="799"/>
                </a:cubicBezTo>
                <a:cubicBezTo>
                  <a:pt x="1239" y="799"/>
                  <a:pt x="1243" y="799"/>
                  <a:pt x="1248" y="800"/>
                </a:cubicBezTo>
                <a:cubicBezTo>
                  <a:pt x="1248" y="799"/>
                  <a:pt x="1248" y="799"/>
                  <a:pt x="1248" y="799"/>
                </a:cubicBezTo>
                <a:cubicBezTo>
                  <a:pt x="1465" y="795"/>
                  <a:pt x="1639" y="618"/>
                  <a:pt x="1639" y="400"/>
                </a:cubicBezTo>
                <a:cubicBezTo>
                  <a:pt x="1639" y="182"/>
                  <a:pt x="1466" y="6"/>
                  <a:pt x="12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0" name="Oval 10"/>
          <p:cNvSpPr>
            <a:spLocks noChangeArrowheads="1"/>
          </p:cNvSpPr>
          <p:nvPr/>
        </p:nvSpPr>
        <p:spPr bwMode="auto">
          <a:xfrm>
            <a:off x="7958988" y="1110657"/>
            <a:ext cx="1137560" cy="1137880"/>
          </a:xfrm>
          <a:prstGeom prst="ellipse">
            <a:avLst/>
          </a:prstGeom>
          <a:solidFill>
            <a:srgbClr val="EFEF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Freeform 5"/>
          <p:cNvSpPr>
            <a:spLocks/>
          </p:cNvSpPr>
          <p:nvPr/>
        </p:nvSpPr>
        <p:spPr bwMode="auto">
          <a:xfrm>
            <a:off x="6089284" y="2670121"/>
            <a:ext cx="2102888" cy="3170503"/>
          </a:xfrm>
          <a:custGeom>
            <a:avLst/>
            <a:gdLst>
              <a:gd name="T0" fmla="*/ 807 w 1087"/>
              <a:gd name="T1" fmla="*/ 1276 h 1639"/>
              <a:gd name="T2" fmla="*/ 1087 w 1087"/>
              <a:gd name="T3" fmla="*/ 838 h 1639"/>
              <a:gd name="T4" fmla="*/ 841 w 1087"/>
              <a:gd name="T5" fmla="*/ 596 h 1639"/>
              <a:gd name="T6" fmla="*/ 799 w 1087"/>
              <a:gd name="T7" fmla="*/ 400 h 1639"/>
              <a:gd name="T8" fmla="*/ 799 w 1087"/>
              <a:gd name="T9" fmla="*/ 400 h 1639"/>
              <a:gd name="T10" fmla="*/ 400 w 1087"/>
              <a:gd name="T11" fmla="*/ 0 h 1639"/>
              <a:gd name="T12" fmla="*/ 0 w 1087"/>
              <a:gd name="T13" fmla="*/ 400 h 1639"/>
              <a:gd name="T14" fmla="*/ 0 w 1087"/>
              <a:gd name="T15" fmla="*/ 400 h 1639"/>
              <a:gd name="T16" fmla="*/ 42 w 1087"/>
              <a:gd name="T17" fmla="*/ 724 h 1639"/>
              <a:gd name="T18" fmla="*/ 671 w 1087"/>
              <a:gd name="T19" fmla="*/ 1524 h 1639"/>
              <a:gd name="T20" fmla="*/ 971 w 1087"/>
              <a:gd name="T21" fmla="*/ 1639 h 1639"/>
              <a:gd name="T22" fmla="*/ 807 w 1087"/>
              <a:gd name="T23" fmla="*/ 1276 h 1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7" h="1639">
                <a:moveTo>
                  <a:pt x="807" y="1276"/>
                </a:moveTo>
                <a:cubicBezTo>
                  <a:pt x="807" y="1082"/>
                  <a:pt x="922" y="915"/>
                  <a:pt x="1087" y="838"/>
                </a:cubicBezTo>
                <a:cubicBezTo>
                  <a:pt x="978" y="791"/>
                  <a:pt x="890" y="704"/>
                  <a:pt x="841" y="596"/>
                </a:cubicBezTo>
                <a:cubicBezTo>
                  <a:pt x="814" y="536"/>
                  <a:pt x="799" y="470"/>
                  <a:pt x="799" y="400"/>
                </a:cubicBezTo>
                <a:cubicBezTo>
                  <a:pt x="799" y="400"/>
                  <a:pt x="799" y="400"/>
                  <a:pt x="799" y="400"/>
                </a:cubicBezTo>
                <a:cubicBezTo>
                  <a:pt x="799" y="179"/>
                  <a:pt x="620" y="0"/>
                  <a:pt x="400" y="0"/>
                </a:cubicBezTo>
                <a:cubicBezTo>
                  <a:pt x="179" y="0"/>
                  <a:pt x="0" y="179"/>
                  <a:pt x="0" y="400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512"/>
                  <a:pt x="15" y="620"/>
                  <a:pt x="42" y="724"/>
                </a:cubicBezTo>
                <a:cubicBezTo>
                  <a:pt x="132" y="1070"/>
                  <a:pt x="364" y="1358"/>
                  <a:pt x="671" y="1524"/>
                </a:cubicBezTo>
                <a:cubicBezTo>
                  <a:pt x="765" y="1575"/>
                  <a:pt x="866" y="1613"/>
                  <a:pt x="971" y="1639"/>
                </a:cubicBezTo>
                <a:cubicBezTo>
                  <a:pt x="871" y="1551"/>
                  <a:pt x="807" y="1421"/>
                  <a:pt x="807" y="12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8940823" y="1044871"/>
            <a:ext cx="2086221" cy="3119097"/>
          </a:xfrm>
          <a:custGeom>
            <a:avLst/>
            <a:gdLst>
              <a:gd name="T0" fmla="*/ 1077 w 1078"/>
              <a:gd name="T1" fmla="*/ 1189 h 1612"/>
              <a:gd name="T2" fmla="*/ 1029 w 1078"/>
              <a:gd name="T3" fmla="*/ 881 h 1612"/>
              <a:gd name="T4" fmla="*/ 451 w 1078"/>
              <a:gd name="T5" fmla="*/ 133 h 1612"/>
              <a:gd name="T6" fmla="*/ 133 w 1078"/>
              <a:gd name="T7" fmla="*/ 0 h 1612"/>
              <a:gd name="T8" fmla="*/ 290 w 1078"/>
              <a:gd name="T9" fmla="*/ 356 h 1612"/>
              <a:gd name="T10" fmla="*/ 0 w 1078"/>
              <a:gd name="T11" fmla="*/ 798 h 1612"/>
              <a:gd name="T12" fmla="*/ 23 w 1078"/>
              <a:gd name="T13" fmla="*/ 809 h 1612"/>
              <a:gd name="T14" fmla="*/ 233 w 1078"/>
              <a:gd name="T15" fmla="*/ 1027 h 1612"/>
              <a:gd name="T16" fmla="*/ 278 w 1078"/>
              <a:gd name="T17" fmla="*/ 1213 h 1612"/>
              <a:gd name="T18" fmla="*/ 279 w 1078"/>
              <a:gd name="T19" fmla="*/ 1213 h 1612"/>
              <a:gd name="T20" fmla="*/ 678 w 1078"/>
              <a:gd name="T21" fmla="*/ 1612 h 1612"/>
              <a:gd name="T22" fmla="*/ 1078 w 1078"/>
              <a:gd name="T23" fmla="*/ 1221 h 1612"/>
              <a:gd name="T24" fmla="*/ 1078 w 1078"/>
              <a:gd name="T25" fmla="*/ 1213 h 1612"/>
              <a:gd name="T26" fmla="*/ 1077 w 1078"/>
              <a:gd name="T27" fmla="*/ 1189 h 16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78" h="1612">
                <a:moveTo>
                  <a:pt x="1077" y="1189"/>
                </a:moveTo>
                <a:cubicBezTo>
                  <a:pt x="1074" y="1083"/>
                  <a:pt x="1057" y="980"/>
                  <a:pt x="1029" y="881"/>
                </a:cubicBezTo>
                <a:cubicBezTo>
                  <a:pt x="939" y="564"/>
                  <a:pt x="729" y="297"/>
                  <a:pt x="451" y="133"/>
                </a:cubicBezTo>
                <a:cubicBezTo>
                  <a:pt x="353" y="75"/>
                  <a:pt x="246" y="30"/>
                  <a:pt x="133" y="0"/>
                </a:cubicBezTo>
                <a:cubicBezTo>
                  <a:pt x="230" y="88"/>
                  <a:pt x="290" y="215"/>
                  <a:pt x="290" y="356"/>
                </a:cubicBezTo>
                <a:cubicBezTo>
                  <a:pt x="290" y="553"/>
                  <a:pt x="171" y="724"/>
                  <a:pt x="0" y="798"/>
                </a:cubicBezTo>
                <a:cubicBezTo>
                  <a:pt x="8" y="802"/>
                  <a:pt x="15" y="805"/>
                  <a:pt x="23" y="809"/>
                </a:cubicBezTo>
                <a:cubicBezTo>
                  <a:pt x="114" y="857"/>
                  <a:pt x="188" y="934"/>
                  <a:pt x="233" y="1027"/>
                </a:cubicBezTo>
                <a:cubicBezTo>
                  <a:pt x="260" y="1084"/>
                  <a:pt x="276" y="1146"/>
                  <a:pt x="278" y="1213"/>
                </a:cubicBezTo>
                <a:cubicBezTo>
                  <a:pt x="279" y="1213"/>
                  <a:pt x="279" y="1213"/>
                  <a:pt x="279" y="1213"/>
                </a:cubicBezTo>
                <a:cubicBezTo>
                  <a:pt x="279" y="1434"/>
                  <a:pt x="458" y="1612"/>
                  <a:pt x="678" y="1612"/>
                </a:cubicBezTo>
                <a:cubicBezTo>
                  <a:pt x="896" y="1612"/>
                  <a:pt x="1074" y="1438"/>
                  <a:pt x="1078" y="1221"/>
                </a:cubicBezTo>
                <a:cubicBezTo>
                  <a:pt x="1078" y="1218"/>
                  <a:pt x="1078" y="1215"/>
                  <a:pt x="1078" y="1213"/>
                </a:cubicBezTo>
                <a:cubicBezTo>
                  <a:pt x="1078" y="1205"/>
                  <a:pt x="1078" y="1197"/>
                  <a:pt x="1077" y="118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7811597" y="3788843"/>
            <a:ext cx="3147388" cy="2109037"/>
          </a:xfrm>
          <a:custGeom>
            <a:avLst/>
            <a:gdLst>
              <a:gd name="T0" fmla="*/ 1262 w 1627"/>
              <a:gd name="T1" fmla="*/ 278 h 1090"/>
              <a:gd name="T2" fmla="*/ 825 w 1627"/>
              <a:gd name="T3" fmla="*/ 0 h 1090"/>
              <a:gd name="T4" fmla="*/ 588 w 1627"/>
              <a:gd name="T5" fmla="*/ 246 h 1090"/>
              <a:gd name="T6" fmla="*/ 400 w 1627"/>
              <a:gd name="T7" fmla="*/ 290 h 1090"/>
              <a:gd name="T8" fmla="*/ 400 w 1627"/>
              <a:gd name="T9" fmla="*/ 291 h 1090"/>
              <a:gd name="T10" fmla="*/ 0 w 1627"/>
              <a:gd name="T11" fmla="*/ 690 h 1090"/>
              <a:gd name="T12" fmla="*/ 394 w 1627"/>
              <a:gd name="T13" fmla="*/ 1090 h 1090"/>
              <a:gd name="T14" fmla="*/ 400 w 1627"/>
              <a:gd name="T15" fmla="*/ 1090 h 1090"/>
              <a:gd name="T16" fmla="*/ 421 w 1627"/>
              <a:gd name="T17" fmla="*/ 1089 h 1090"/>
              <a:gd name="T18" fmla="*/ 729 w 1627"/>
              <a:gd name="T19" fmla="*/ 1043 h 1090"/>
              <a:gd name="T20" fmla="*/ 1560 w 1627"/>
              <a:gd name="T21" fmla="*/ 315 h 1090"/>
              <a:gd name="T22" fmla="*/ 1627 w 1627"/>
              <a:gd name="T23" fmla="*/ 111 h 1090"/>
              <a:gd name="T24" fmla="*/ 1262 w 1627"/>
              <a:gd name="T25" fmla="*/ 278 h 1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27" h="1090">
                <a:moveTo>
                  <a:pt x="1262" y="278"/>
                </a:moveTo>
                <a:cubicBezTo>
                  <a:pt x="1069" y="278"/>
                  <a:pt x="902" y="164"/>
                  <a:pt x="825" y="0"/>
                </a:cubicBezTo>
                <a:cubicBezTo>
                  <a:pt x="779" y="108"/>
                  <a:pt x="695" y="196"/>
                  <a:pt x="588" y="246"/>
                </a:cubicBezTo>
                <a:cubicBezTo>
                  <a:pt x="531" y="273"/>
                  <a:pt x="467" y="288"/>
                  <a:pt x="400" y="290"/>
                </a:cubicBezTo>
                <a:cubicBezTo>
                  <a:pt x="400" y="291"/>
                  <a:pt x="400" y="291"/>
                  <a:pt x="400" y="291"/>
                </a:cubicBezTo>
                <a:cubicBezTo>
                  <a:pt x="179" y="291"/>
                  <a:pt x="0" y="470"/>
                  <a:pt x="0" y="690"/>
                </a:cubicBezTo>
                <a:cubicBezTo>
                  <a:pt x="0" y="909"/>
                  <a:pt x="176" y="1087"/>
                  <a:pt x="394" y="1090"/>
                </a:cubicBezTo>
                <a:cubicBezTo>
                  <a:pt x="396" y="1090"/>
                  <a:pt x="398" y="1090"/>
                  <a:pt x="400" y="1090"/>
                </a:cubicBezTo>
                <a:cubicBezTo>
                  <a:pt x="407" y="1090"/>
                  <a:pt x="414" y="1090"/>
                  <a:pt x="421" y="1089"/>
                </a:cubicBezTo>
                <a:cubicBezTo>
                  <a:pt x="528" y="1086"/>
                  <a:pt x="631" y="1071"/>
                  <a:pt x="729" y="1043"/>
                </a:cubicBezTo>
                <a:cubicBezTo>
                  <a:pt x="1104" y="939"/>
                  <a:pt x="1409" y="668"/>
                  <a:pt x="1560" y="315"/>
                </a:cubicBezTo>
                <a:cubicBezTo>
                  <a:pt x="1588" y="250"/>
                  <a:pt x="1610" y="182"/>
                  <a:pt x="1627" y="111"/>
                </a:cubicBezTo>
                <a:cubicBezTo>
                  <a:pt x="1539" y="213"/>
                  <a:pt x="1408" y="278"/>
                  <a:pt x="1262" y="27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7983829" y="4589110"/>
            <a:ext cx="1137560" cy="1137880"/>
          </a:xfrm>
          <a:prstGeom prst="ellipse">
            <a:avLst/>
          </a:prstGeom>
          <a:solidFill>
            <a:srgbClr val="EFEF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6286516" y="2823243"/>
            <a:ext cx="1138949" cy="1137880"/>
          </a:xfrm>
          <a:prstGeom prst="ellipse">
            <a:avLst/>
          </a:prstGeom>
          <a:solidFill>
            <a:srgbClr val="EFEF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9695029" y="2859366"/>
            <a:ext cx="1140338" cy="1137880"/>
          </a:xfrm>
          <a:prstGeom prst="ellipse">
            <a:avLst/>
          </a:prstGeom>
          <a:solidFill>
            <a:srgbClr val="EFEF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Rectangle 37"/>
          <p:cNvSpPr/>
          <p:nvPr/>
        </p:nvSpPr>
        <p:spPr>
          <a:xfrm rot="19159398">
            <a:off x="6892071" y="1753234"/>
            <a:ext cx="115060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Alumnos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Rectangle 38"/>
          <p:cNvSpPr/>
          <p:nvPr/>
        </p:nvSpPr>
        <p:spPr>
          <a:xfrm rot="19159398">
            <a:off x="6552557" y="4247646"/>
            <a:ext cx="1372934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Indicadores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Rectangle 39"/>
          <p:cNvSpPr/>
          <p:nvPr/>
        </p:nvSpPr>
        <p:spPr>
          <a:xfrm rot="19159398">
            <a:off x="9037857" y="4810058"/>
            <a:ext cx="1533906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Documentos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40"/>
          <p:cNvSpPr/>
          <p:nvPr/>
        </p:nvSpPr>
        <p:spPr>
          <a:xfrm rot="19572302">
            <a:off x="9428918" y="2347812"/>
            <a:ext cx="978546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4" name="Group 58"/>
          <p:cNvGrpSpPr/>
          <p:nvPr/>
        </p:nvGrpSpPr>
        <p:grpSpPr>
          <a:xfrm>
            <a:off x="1164956" y="1264532"/>
            <a:ext cx="3972006" cy="4328937"/>
            <a:chOff x="995338" y="1629044"/>
            <a:chExt cx="3972006" cy="4328937"/>
          </a:xfrm>
        </p:grpSpPr>
        <p:grpSp>
          <p:nvGrpSpPr>
            <p:cNvPr id="25" name="Group 56"/>
            <p:cNvGrpSpPr/>
            <p:nvPr/>
          </p:nvGrpSpPr>
          <p:grpSpPr>
            <a:xfrm>
              <a:off x="995338" y="5135021"/>
              <a:ext cx="3972006" cy="822960"/>
              <a:chOff x="995338" y="5135021"/>
              <a:chExt cx="3972006" cy="822960"/>
            </a:xfrm>
          </p:grpSpPr>
          <p:sp>
            <p:nvSpPr>
              <p:cNvPr id="35" name="Oval 46"/>
              <p:cNvSpPr/>
              <p:nvPr/>
            </p:nvSpPr>
            <p:spPr>
              <a:xfrm>
                <a:off x="995338" y="5135021"/>
                <a:ext cx="822960" cy="82296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04</a:t>
                </a:r>
              </a:p>
            </p:txBody>
          </p:sp>
          <p:sp>
            <p:nvSpPr>
              <p:cNvPr id="36" name="Rectangle 47"/>
              <p:cNvSpPr/>
              <p:nvPr/>
            </p:nvSpPr>
            <p:spPr>
              <a:xfrm>
                <a:off x="1990530" y="5223336"/>
                <a:ext cx="297681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Gestión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indicadores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institucionales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55"/>
            <p:cNvGrpSpPr/>
            <p:nvPr/>
          </p:nvGrpSpPr>
          <p:grpSpPr>
            <a:xfrm>
              <a:off x="995338" y="3966362"/>
              <a:ext cx="3972006" cy="822960"/>
              <a:chOff x="995338" y="3950774"/>
              <a:chExt cx="3972006" cy="822960"/>
            </a:xfrm>
          </p:grpSpPr>
          <p:sp>
            <p:nvSpPr>
              <p:cNvPr id="33" name="Oval 45"/>
              <p:cNvSpPr/>
              <p:nvPr/>
            </p:nvSpPr>
            <p:spPr>
              <a:xfrm>
                <a:off x="995338" y="3950774"/>
                <a:ext cx="822960" cy="82296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</a:p>
            </p:txBody>
          </p:sp>
          <p:sp>
            <p:nvSpPr>
              <p:cNvPr id="34" name="Rectangle 48"/>
              <p:cNvSpPr/>
              <p:nvPr/>
            </p:nvSpPr>
            <p:spPr>
              <a:xfrm>
                <a:off x="1990530" y="4039089"/>
                <a:ext cx="297681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Gestión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impresión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documentos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oficiales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p:grpSp>
        <p:grpSp>
          <p:nvGrpSpPr>
            <p:cNvPr id="27" name="Group 54"/>
            <p:cNvGrpSpPr/>
            <p:nvPr/>
          </p:nvGrpSpPr>
          <p:grpSpPr>
            <a:xfrm>
              <a:off x="995338" y="2797703"/>
              <a:ext cx="3972006" cy="822960"/>
              <a:chOff x="995338" y="2789345"/>
              <a:chExt cx="3972006" cy="822960"/>
            </a:xfrm>
          </p:grpSpPr>
          <p:sp>
            <p:nvSpPr>
              <p:cNvPr id="31" name="Oval 44"/>
              <p:cNvSpPr/>
              <p:nvPr/>
            </p:nvSpPr>
            <p:spPr>
              <a:xfrm>
                <a:off x="995338" y="2789345"/>
                <a:ext cx="822960" cy="82296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02</a:t>
                </a:r>
              </a:p>
            </p:txBody>
          </p:sp>
          <p:sp>
            <p:nvSpPr>
              <p:cNvPr id="32" name="Rectangle 49"/>
              <p:cNvSpPr/>
              <p:nvPr/>
            </p:nvSpPr>
            <p:spPr>
              <a:xfrm>
                <a:off x="1990530" y="2877660"/>
                <a:ext cx="297681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Portal web de </a:t>
                </a:r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alumnos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profesores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8" name="Group 53"/>
            <p:cNvGrpSpPr/>
            <p:nvPr/>
          </p:nvGrpSpPr>
          <p:grpSpPr>
            <a:xfrm>
              <a:off x="995338" y="1629044"/>
              <a:ext cx="3972006" cy="822960"/>
              <a:chOff x="995338" y="1629044"/>
              <a:chExt cx="3972006" cy="822960"/>
            </a:xfrm>
          </p:grpSpPr>
          <p:sp>
            <p:nvSpPr>
              <p:cNvPr id="29" name="Oval 43"/>
              <p:cNvSpPr/>
              <p:nvPr/>
            </p:nvSpPr>
            <p:spPr>
              <a:xfrm>
                <a:off x="995338" y="1629044"/>
                <a:ext cx="822960" cy="8229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spc="-150" dirty="0"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</a:p>
            </p:txBody>
          </p:sp>
          <p:sp>
            <p:nvSpPr>
              <p:cNvPr id="30" name="Rectangle 50"/>
              <p:cNvSpPr/>
              <p:nvPr/>
            </p:nvSpPr>
            <p:spPr>
              <a:xfrm>
                <a:off x="1990530" y="1717359"/>
                <a:ext cx="297681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Gestión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aspirantes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movimientos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alumnos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050" name="Picture 2" descr="Resultado de imagen para alumnos icono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403" y="1387338"/>
            <a:ext cx="1084986" cy="54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633" y="4458137"/>
            <a:ext cx="1495729" cy="149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Resultado de imagen para web icono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080" y="2915291"/>
            <a:ext cx="1041851" cy="104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Resultado de imagen para graficas icono 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391" y="3091676"/>
            <a:ext cx="655197" cy="65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97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5"/>
          <p:cNvSpPr>
            <a:spLocks/>
          </p:cNvSpPr>
          <p:nvPr/>
        </p:nvSpPr>
        <p:spPr bwMode="auto">
          <a:xfrm>
            <a:off x="4307617" y="5927565"/>
            <a:ext cx="3840096" cy="701835"/>
          </a:xfrm>
          <a:custGeom>
            <a:avLst/>
            <a:gdLst>
              <a:gd name="T0" fmla="*/ 1549 w 1549"/>
              <a:gd name="T1" fmla="*/ 185 h 372"/>
              <a:gd name="T2" fmla="*/ 1355 w 1549"/>
              <a:gd name="T3" fmla="*/ 0 h 372"/>
              <a:gd name="T4" fmla="*/ 1508 w 1549"/>
              <a:gd name="T5" fmla="*/ 0 h 372"/>
              <a:gd name="T6" fmla="*/ 0 w 1549"/>
              <a:gd name="T7" fmla="*/ 0 h 372"/>
              <a:gd name="T8" fmla="*/ 0 w 1549"/>
              <a:gd name="T9" fmla="*/ 372 h 372"/>
              <a:gd name="T10" fmla="*/ 1355 w 1549"/>
              <a:gd name="T11" fmla="*/ 372 h 372"/>
              <a:gd name="T12" fmla="*/ 1355 w 1549"/>
              <a:gd name="T13" fmla="*/ 372 h 372"/>
              <a:gd name="T14" fmla="*/ 1549 w 1549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49" h="372">
                <a:moveTo>
                  <a:pt x="1549" y="185"/>
                </a:moveTo>
                <a:lnTo>
                  <a:pt x="1355" y="0"/>
                </a:lnTo>
                <a:lnTo>
                  <a:pt x="1508" y="0"/>
                </a:lnTo>
                <a:lnTo>
                  <a:pt x="0" y="0"/>
                </a:lnTo>
                <a:lnTo>
                  <a:pt x="0" y="372"/>
                </a:lnTo>
                <a:lnTo>
                  <a:pt x="1355" y="372"/>
                </a:lnTo>
                <a:lnTo>
                  <a:pt x="1355" y="372"/>
                </a:lnTo>
                <a:lnTo>
                  <a:pt x="1549" y="18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9" name="Freeform 6"/>
          <p:cNvSpPr>
            <a:spLocks/>
          </p:cNvSpPr>
          <p:nvPr/>
        </p:nvSpPr>
        <p:spPr bwMode="auto">
          <a:xfrm>
            <a:off x="4307617" y="5231388"/>
            <a:ext cx="3212974" cy="696176"/>
          </a:xfrm>
          <a:custGeom>
            <a:avLst/>
            <a:gdLst>
              <a:gd name="T0" fmla="*/ 1703 w 1703"/>
              <a:gd name="T1" fmla="*/ 184 h 369"/>
              <a:gd name="T2" fmla="*/ 1508 w 1703"/>
              <a:gd name="T3" fmla="*/ 0 h 369"/>
              <a:gd name="T4" fmla="*/ 1508 w 1703"/>
              <a:gd name="T5" fmla="*/ 0 h 369"/>
              <a:gd name="T6" fmla="*/ 0 w 1703"/>
              <a:gd name="T7" fmla="*/ 0 h 369"/>
              <a:gd name="T8" fmla="*/ 0 w 1703"/>
              <a:gd name="T9" fmla="*/ 369 h 369"/>
              <a:gd name="T10" fmla="*/ 1508 w 1703"/>
              <a:gd name="T11" fmla="*/ 369 h 369"/>
              <a:gd name="T12" fmla="*/ 1508 w 1703"/>
              <a:gd name="T13" fmla="*/ 369 h 369"/>
              <a:gd name="T14" fmla="*/ 1703 w 1703"/>
              <a:gd name="T15" fmla="*/ 184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03" h="369">
                <a:moveTo>
                  <a:pt x="1703" y="184"/>
                </a:moveTo>
                <a:lnTo>
                  <a:pt x="1508" y="0"/>
                </a:lnTo>
                <a:lnTo>
                  <a:pt x="1508" y="0"/>
                </a:lnTo>
                <a:lnTo>
                  <a:pt x="0" y="0"/>
                </a:lnTo>
                <a:lnTo>
                  <a:pt x="0" y="369"/>
                </a:lnTo>
                <a:lnTo>
                  <a:pt x="1508" y="369"/>
                </a:lnTo>
                <a:lnTo>
                  <a:pt x="1508" y="369"/>
                </a:lnTo>
                <a:lnTo>
                  <a:pt x="1703" y="18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0" name="Freeform 7"/>
          <p:cNvSpPr>
            <a:spLocks/>
          </p:cNvSpPr>
          <p:nvPr/>
        </p:nvSpPr>
        <p:spPr bwMode="auto">
          <a:xfrm>
            <a:off x="4307617" y="4528902"/>
            <a:ext cx="3720483" cy="703138"/>
          </a:xfrm>
          <a:custGeom>
            <a:avLst/>
            <a:gdLst>
              <a:gd name="T0" fmla="*/ 1972 w 1972"/>
              <a:gd name="T1" fmla="*/ 185 h 369"/>
              <a:gd name="T2" fmla="*/ 1778 w 1972"/>
              <a:gd name="T3" fmla="*/ 0 h 369"/>
              <a:gd name="T4" fmla="*/ 1778 w 1972"/>
              <a:gd name="T5" fmla="*/ 0 h 369"/>
              <a:gd name="T6" fmla="*/ 0 w 1972"/>
              <a:gd name="T7" fmla="*/ 0 h 369"/>
              <a:gd name="T8" fmla="*/ 0 w 1972"/>
              <a:gd name="T9" fmla="*/ 369 h 369"/>
              <a:gd name="T10" fmla="*/ 1778 w 1972"/>
              <a:gd name="T11" fmla="*/ 369 h 369"/>
              <a:gd name="T12" fmla="*/ 1778 w 1972"/>
              <a:gd name="T13" fmla="*/ 369 h 369"/>
              <a:gd name="T14" fmla="*/ 1972 w 1972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72" h="369">
                <a:moveTo>
                  <a:pt x="1972" y="185"/>
                </a:moveTo>
                <a:lnTo>
                  <a:pt x="1778" y="0"/>
                </a:lnTo>
                <a:lnTo>
                  <a:pt x="1778" y="0"/>
                </a:lnTo>
                <a:lnTo>
                  <a:pt x="0" y="0"/>
                </a:lnTo>
                <a:lnTo>
                  <a:pt x="0" y="369"/>
                </a:lnTo>
                <a:lnTo>
                  <a:pt x="1778" y="369"/>
                </a:lnTo>
                <a:lnTo>
                  <a:pt x="1778" y="369"/>
                </a:lnTo>
                <a:lnTo>
                  <a:pt x="1972" y="18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1" name="Freeform 8"/>
          <p:cNvSpPr>
            <a:spLocks/>
          </p:cNvSpPr>
          <p:nvPr/>
        </p:nvSpPr>
        <p:spPr bwMode="auto">
          <a:xfrm>
            <a:off x="4307617" y="3827717"/>
            <a:ext cx="2854509" cy="701835"/>
          </a:xfrm>
          <a:custGeom>
            <a:avLst/>
            <a:gdLst>
              <a:gd name="T0" fmla="*/ 1513 w 1513"/>
              <a:gd name="T1" fmla="*/ 185 h 372"/>
              <a:gd name="T2" fmla="*/ 1319 w 1513"/>
              <a:gd name="T3" fmla="*/ 0 h 372"/>
              <a:gd name="T4" fmla="*/ 1319 w 1513"/>
              <a:gd name="T5" fmla="*/ 0 h 372"/>
              <a:gd name="T6" fmla="*/ 0 w 1513"/>
              <a:gd name="T7" fmla="*/ 0 h 372"/>
              <a:gd name="T8" fmla="*/ 0 w 1513"/>
              <a:gd name="T9" fmla="*/ 372 h 372"/>
              <a:gd name="T10" fmla="*/ 1319 w 1513"/>
              <a:gd name="T11" fmla="*/ 372 h 372"/>
              <a:gd name="T12" fmla="*/ 1319 w 1513"/>
              <a:gd name="T13" fmla="*/ 369 h 372"/>
              <a:gd name="T14" fmla="*/ 1513 w 1513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3" h="372">
                <a:moveTo>
                  <a:pt x="1513" y="185"/>
                </a:moveTo>
                <a:lnTo>
                  <a:pt x="1319" y="0"/>
                </a:lnTo>
                <a:lnTo>
                  <a:pt x="1319" y="0"/>
                </a:lnTo>
                <a:lnTo>
                  <a:pt x="0" y="0"/>
                </a:lnTo>
                <a:lnTo>
                  <a:pt x="0" y="372"/>
                </a:lnTo>
                <a:lnTo>
                  <a:pt x="1319" y="372"/>
                </a:lnTo>
                <a:lnTo>
                  <a:pt x="1319" y="369"/>
                </a:lnTo>
                <a:lnTo>
                  <a:pt x="1513" y="185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2" name="Freeform 9"/>
          <p:cNvSpPr>
            <a:spLocks/>
          </p:cNvSpPr>
          <p:nvPr/>
        </p:nvSpPr>
        <p:spPr bwMode="auto">
          <a:xfrm>
            <a:off x="4307616" y="1729144"/>
            <a:ext cx="4549781" cy="705043"/>
          </a:xfrm>
          <a:custGeom>
            <a:avLst/>
            <a:gdLst>
              <a:gd name="T0" fmla="*/ 1726 w 1726"/>
              <a:gd name="T1" fmla="*/ 185 h 370"/>
              <a:gd name="T2" fmla="*/ 1530 w 1726"/>
              <a:gd name="T3" fmla="*/ 0 h 370"/>
              <a:gd name="T4" fmla="*/ 1530 w 1726"/>
              <a:gd name="T5" fmla="*/ 0 h 370"/>
              <a:gd name="T6" fmla="*/ 0 w 1726"/>
              <a:gd name="T7" fmla="*/ 0 h 370"/>
              <a:gd name="T8" fmla="*/ 0 w 1726"/>
              <a:gd name="T9" fmla="*/ 370 h 370"/>
              <a:gd name="T10" fmla="*/ 1530 w 1726"/>
              <a:gd name="T11" fmla="*/ 370 h 370"/>
              <a:gd name="T12" fmla="*/ 1530 w 1726"/>
              <a:gd name="T13" fmla="*/ 370 h 370"/>
              <a:gd name="T14" fmla="*/ 1726 w 1726"/>
              <a:gd name="T15" fmla="*/ 185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26" h="370">
                <a:moveTo>
                  <a:pt x="1726" y="185"/>
                </a:moveTo>
                <a:lnTo>
                  <a:pt x="1530" y="0"/>
                </a:lnTo>
                <a:lnTo>
                  <a:pt x="1530" y="0"/>
                </a:lnTo>
                <a:lnTo>
                  <a:pt x="0" y="0"/>
                </a:lnTo>
                <a:lnTo>
                  <a:pt x="0" y="370"/>
                </a:lnTo>
                <a:lnTo>
                  <a:pt x="1530" y="370"/>
                </a:lnTo>
                <a:lnTo>
                  <a:pt x="1530" y="370"/>
                </a:lnTo>
                <a:lnTo>
                  <a:pt x="1726" y="18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3" name="Freeform 10"/>
          <p:cNvSpPr>
            <a:spLocks/>
          </p:cNvSpPr>
          <p:nvPr/>
        </p:nvSpPr>
        <p:spPr bwMode="auto">
          <a:xfrm>
            <a:off x="4307617" y="1027922"/>
            <a:ext cx="4888232" cy="699949"/>
          </a:xfrm>
          <a:custGeom>
            <a:avLst/>
            <a:gdLst>
              <a:gd name="T0" fmla="*/ 2053 w 2053"/>
              <a:gd name="T1" fmla="*/ 187 h 371"/>
              <a:gd name="T2" fmla="*/ 1859 w 2053"/>
              <a:gd name="T3" fmla="*/ 2 h 371"/>
              <a:gd name="T4" fmla="*/ 1859 w 2053"/>
              <a:gd name="T5" fmla="*/ 0 h 371"/>
              <a:gd name="T6" fmla="*/ 0 w 2053"/>
              <a:gd name="T7" fmla="*/ 0 h 371"/>
              <a:gd name="T8" fmla="*/ 0 w 2053"/>
              <a:gd name="T9" fmla="*/ 371 h 371"/>
              <a:gd name="T10" fmla="*/ 1859 w 2053"/>
              <a:gd name="T11" fmla="*/ 371 h 371"/>
              <a:gd name="T12" fmla="*/ 1859 w 2053"/>
              <a:gd name="T13" fmla="*/ 371 h 371"/>
              <a:gd name="T14" fmla="*/ 2053 w 2053"/>
              <a:gd name="T15" fmla="*/ 187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3" h="371">
                <a:moveTo>
                  <a:pt x="2053" y="187"/>
                </a:moveTo>
                <a:lnTo>
                  <a:pt x="1859" y="2"/>
                </a:lnTo>
                <a:lnTo>
                  <a:pt x="1859" y="0"/>
                </a:lnTo>
                <a:lnTo>
                  <a:pt x="0" y="0"/>
                </a:lnTo>
                <a:lnTo>
                  <a:pt x="0" y="371"/>
                </a:lnTo>
                <a:lnTo>
                  <a:pt x="1859" y="371"/>
                </a:lnTo>
                <a:lnTo>
                  <a:pt x="1859" y="371"/>
                </a:lnTo>
                <a:lnTo>
                  <a:pt x="2053" y="187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4" name="Freeform 11"/>
          <p:cNvSpPr>
            <a:spLocks/>
          </p:cNvSpPr>
          <p:nvPr/>
        </p:nvSpPr>
        <p:spPr bwMode="auto">
          <a:xfrm>
            <a:off x="4307616" y="2429707"/>
            <a:ext cx="4358711" cy="696176"/>
          </a:xfrm>
          <a:custGeom>
            <a:avLst/>
            <a:gdLst>
              <a:gd name="T0" fmla="*/ 1830 w 1830"/>
              <a:gd name="T1" fmla="*/ 185 h 369"/>
              <a:gd name="T2" fmla="*/ 1636 w 1830"/>
              <a:gd name="T3" fmla="*/ 0 h 369"/>
              <a:gd name="T4" fmla="*/ 1636 w 1830"/>
              <a:gd name="T5" fmla="*/ 0 h 369"/>
              <a:gd name="T6" fmla="*/ 0 w 1830"/>
              <a:gd name="T7" fmla="*/ 0 h 369"/>
              <a:gd name="T8" fmla="*/ 0 w 1830"/>
              <a:gd name="T9" fmla="*/ 369 h 369"/>
              <a:gd name="T10" fmla="*/ 1636 w 1830"/>
              <a:gd name="T11" fmla="*/ 369 h 369"/>
              <a:gd name="T12" fmla="*/ 1636 w 1830"/>
              <a:gd name="T13" fmla="*/ 369 h 369"/>
              <a:gd name="T14" fmla="*/ 1830 w 1830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30" h="369">
                <a:moveTo>
                  <a:pt x="1830" y="185"/>
                </a:moveTo>
                <a:lnTo>
                  <a:pt x="1636" y="0"/>
                </a:lnTo>
                <a:lnTo>
                  <a:pt x="1636" y="0"/>
                </a:lnTo>
                <a:lnTo>
                  <a:pt x="0" y="0"/>
                </a:lnTo>
                <a:lnTo>
                  <a:pt x="0" y="369"/>
                </a:lnTo>
                <a:lnTo>
                  <a:pt x="1636" y="369"/>
                </a:lnTo>
                <a:lnTo>
                  <a:pt x="1636" y="369"/>
                </a:lnTo>
                <a:lnTo>
                  <a:pt x="1830" y="18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5" name="Freeform 12"/>
          <p:cNvSpPr>
            <a:spLocks/>
          </p:cNvSpPr>
          <p:nvPr/>
        </p:nvSpPr>
        <p:spPr bwMode="auto">
          <a:xfrm>
            <a:off x="4307617" y="3125882"/>
            <a:ext cx="3043175" cy="701835"/>
          </a:xfrm>
          <a:custGeom>
            <a:avLst/>
            <a:gdLst>
              <a:gd name="T0" fmla="*/ 1613 w 1613"/>
              <a:gd name="T1" fmla="*/ 187 h 372"/>
              <a:gd name="T2" fmla="*/ 1418 w 1613"/>
              <a:gd name="T3" fmla="*/ 3 h 372"/>
              <a:gd name="T4" fmla="*/ 1418 w 1613"/>
              <a:gd name="T5" fmla="*/ 0 h 372"/>
              <a:gd name="T6" fmla="*/ 0 w 1613"/>
              <a:gd name="T7" fmla="*/ 0 h 372"/>
              <a:gd name="T8" fmla="*/ 0 w 1613"/>
              <a:gd name="T9" fmla="*/ 372 h 372"/>
              <a:gd name="T10" fmla="*/ 1418 w 1613"/>
              <a:gd name="T11" fmla="*/ 372 h 372"/>
              <a:gd name="T12" fmla="*/ 1418 w 1613"/>
              <a:gd name="T13" fmla="*/ 372 h 372"/>
              <a:gd name="T14" fmla="*/ 1613 w 1613"/>
              <a:gd name="T15" fmla="*/ 187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3" h="372">
                <a:moveTo>
                  <a:pt x="1613" y="187"/>
                </a:moveTo>
                <a:lnTo>
                  <a:pt x="1418" y="3"/>
                </a:lnTo>
                <a:lnTo>
                  <a:pt x="1418" y="0"/>
                </a:lnTo>
                <a:lnTo>
                  <a:pt x="0" y="0"/>
                </a:lnTo>
                <a:lnTo>
                  <a:pt x="0" y="372"/>
                </a:lnTo>
                <a:lnTo>
                  <a:pt x="1418" y="372"/>
                </a:lnTo>
                <a:lnTo>
                  <a:pt x="1418" y="372"/>
                </a:lnTo>
                <a:lnTo>
                  <a:pt x="1613" y="18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3102044" y="3122109"/>
            <a:ext cx="499964" cy="179233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7" name="Freeform 14"/>
          <p:cNvSpPr>
            <a:spLocks/>
          </p:cNvSpPr>
          <p:nvPr/>
        </p:nvSpPr>
        <p:spPr bwMode="auto">
          <a:xfrm>
            <a:off x="3602008" y="1031695"/>
            <a:ext cx="711269" cy="2269646"/>
          </a:xfrm>
          <a:custGeom>
            <a:avLst/>
            <a:gdLst>
              <a:gd name="T0" fmla="*/ 0 w 377"/>
              <a:gd name="T1" fmla="*/ 1203 h 1203"/>
              <a:gd name="T2" fmla="*/ 377 w 377"/>
              <a:gd name="T3" fmla="*/ 369 h 1203"/>
              <a:gd name="T4" fmla="*/ 377 w 377"/>
              <a:gd name="T5" fmla="*/ 0 h 1203"/>
              <a:gd name="T6" fmla="*/ 0 w 377"/>
              <a:gd name="T7" fmla="*/ 1108 h 1203"/>
              <a:gd name="T8" fmla="*/ 0 w 377"/>
              <a:gd name="T9" fmla="*/ 1203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1203">
                <a:moveTo>
                  <a:pt x="0" y="1203"/>
                </a:moveTo>
                <a:lnTo>
                  <a:pt x="377" y="369"/>
                </a:lnTo>
                <a:lnTo>
                  <a:pt x="377" y="0"/>
                </a:lnTo>
                <a:lnTo>
                  <a:pt x="0" y="1108"/>
                </a:lnTo>
                <a:lnTo>
                  <a:pt x="0" y="1203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50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8" name="Rectangle 15"/>
          <p:cNvSpPr>
            <a:spLocks noChangeArrowheads="1"/>
          </p:cNvSpPr>
          <p:nvPr/>
        </p:nvSpPr>
        <p:spPr bwMode="auto">
          <a:xfrm>
            <a:off x="3102044" y="3301341"/>
            <a:ext cx="499964" cy="17357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9" name="Freeform 16"/>
          <p:cNvSpPr>
            <a:spLocks/>
          </p:cNvSpPr>
          <p:nvPr/>
        </p:nvSpPr>
        <p:spPr bwMode="auto">
          <a:xfrm>
            <a:off x="3602008" y="1733531"/>
            <a:ext cx="705609" cy="1741383"/>
          </a:xfrm>
          <a:custGeom>
            <a:avLst/>
            <a:gdLst>
              <a:gd name="T0" fmla="*/ 0 w 374"/>
              <a:gd name="T1" fmla="*/ 923 h 923"/>
              <a:gd name="T2" fmla="*/ 374 w 374"/>
              <a:gd name="T3" fmla="*/ 369 h 923"/>
              <a:gd name="T4" fmla="*/ 374 w 374"/>
              <a:gd name="T5" fmla="*/ 0 h 923"/>
              <a:gd name="T6" fmla="*/ 0 w 374"/>
              <a:gd name="T7" fmla="*/ 831 h 923"/>
              <a:gd name="T8" fmla="*/ 0 w 374"/>
              <a:gd name="T9" fmla="*/ 92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3">
                <a:moveTo>
                  <a:pt x="0" y="923"/>
                </a:moveTo>
                <a:lnTo>
                  <a:pt x="374" y="369"/>
                </a:lnTo>
                <a:lnTo>
                  <a:pt x="374" y="0"/>
                </a:lnTo>
                <a:lnTo>
                  <a:pt x="0" y="831"/>
                </a:lnTo>
                <a:lnTo>
                  <a:pt x="0" y="923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1" name="Rectangle 17"/>
          <p:cNvSpPr>
            <a:spLocks noChangeArrowheads="1"/>
          </p:cNvSpPr>
          <p:nvPr/>
        </p:nvSpPr>
        <p:spPr bwMode="auto">
          <a:xfrm>
            <a:off x="3102044" y="3474914"/>
            <a:ext cx="499964" cy="179233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2" name="Freeform 18"/>
          <p:cNvSpPr>
            <a:spLocks/>
          </p:cNvSpPr>
          <p:nvPr/>
        </p:nvSpPr>
        <p:spPr bwMode="auto">
          <a:xfrm>
            <a:off x="3602008" y="2429707"/>
            <a:ext cx="705609" cy="1224439"/>
          </a:xfrm>
          <a:custGeom>
            <a:avLst/>
            <a:gdLst>
              <a:gd name="T0" fmla="*/ 0 w 374"/>
              <a:gd name="T1" fmla="*/ 649 h 649"/>
              <a:gd name="T2" fmla="*/ 374 w 374"/>
              <a:gd name="T3" fmla="*/ 369 h 649"/>
              <a:gd name="T4" fmla="*/ 374 w 374"/>
              <a:gd name="T5" fmla="*/ 0 h 649"/>
              <a:gd name="T6" fmla="*/ 0 w 374"/>
              <a:gd name="T7" fmla="*/ 554 h 649"/>
              <a:gd name="T8" fmla="*/ 0 w 374"/>
              <a:gd name="T9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9">
                <a:moveTo>
                  <a:pt x="0" y="649"/>
                </a:moveTo>
                <a:lnTo>
                  <a:pt x="374" y="369"/>
                </a:lnTo>
                <a:lnTo>
                  <a:pt x="374" y="0"/>
                </a:lnTo>
                <a:lnTo>
                  <a:pt x="0" y="554"/>
                </a:lnTo>
                <a:lnTo>
                  <a:pt x="0" y="649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/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3" name="Rectangle 19"/>
          <p:cNvSpPr>
            <a:spLocks noChangeArrowheads="1"/>
          </p:cNvSpPr>
          <p:nvPr/>
        </p:nvSpPr>
        <p:spPr bwMode="auto">
          <a:xfrm>
            <a:off x="3102044" y="3654145"/>
            <a:ext cx="499964" cy="17357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4" name="Freeform 20"/>
          <p:cNvSpPr>
            <a:spLocks/>
          </p:cNvSpPr>
          <p:nvPr/>
        </p:nvSpPr>
        <p:spPr bwMode="auto">
          <a:xfrm>
            <a:off x="3602008" y="3125882"/>
            <a:ext cx="705609" cy="701835"/>
          </a:xfrm>
          <a:custGeom>
            <a:avLst/>
            <a:gdLst>
              <a:gd name="T0" fmla="*/ 0 w 374"/>
              <a:gd name="T1" fmla="*/ 372 h 372"/>
              <a:gd name="T2" fmla="*/ 374 w 374"/>
              <a:gd name="T3" fmla="*/ 372 h 372"/>
              <a:gd name="T4" fmla="*/ 374 w 374"/>
              <a:gd name="T5" fmla="*/ 0 h 372"/>
              <a:gd name="T6" fmla="*/ 0 w 374"/>
              <a:gd name="T7" fmla="*/ 280 h 372"/>
              <a:gd name="T8" fmla="*/ 0 w 374"/>
              <a:gd name="T9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2">
                <a:moveTo>
                  <a:pt x="0" y="372"/>
                </a:moveTo>
                <a:lnTo>
                  <a:pt x="374" y="372"/>
                </a:lnTo>
                <a:lnTo>
                  <a:pt x="374" y="0"/>
                </a:lnTo>
                <a:lnTo>
                  <a:pt x="0" y="280"/>
                </a:lnTo>
                <a:lnTo>
                  <a:pt x="0" y="37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5" name="Rectangle 21"/>
          <p:cNvSpPr>
            <a:spLocks noChangeArrowheads="1"/>
          </p:cNvSpPr>
          <p:nvPr/>
        </p:nvSpPr>
        <p:spPr bwMode="auto">
          <a:xfrm>
            <a:off x="3102044" y="3827717"/>
            <a:ext cx="499964" cy="1792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6" name="Freeform 22"/>
          <p:cNvSpPr>
            <a:spLocks/>
          </p:cNvSpPr>
          <p:nvPr/>
        </p:nvSpPr>
        <p:spPr bwMode="auto">
          <a:xfrm>
            <a:off x="3602008" y="3829867"/>
            <a:ext cx="711269" cy="708854"/>
          </a:xfrm>
          <a:custGeom>
            <a:avLst/>
            <a:gdLst>
              <a:gd name="T0" fmla="*/ 0 w 377"/>
              <a:gd name="T1" fmla="*/ 95 h 372"/>
              <a:gd name="T2" fmla="*/ 377 w 377"/>
              <a:gd name="T3" fmla="*/ 372 h 372"/>
              <a:gd name="T4" fmla="*/ 377 w 377"/>
              <a:gd name="T5" fmla="*/ 0 h 372"/>
              <a:gd name="T6" fmla="*/ 0 w 377"/>
              <a:gd name="T7" fmla="*/ 0 h 372"/>
              <a:gd name="T8" fmla="*/ 0 w 377"/>
              <a:gd name="T9" fmla="*/ 9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372">
                <a:moveTo>
                  <a:pt x="0" y="95"/>
                </a:moveTo>
                <a:lnTo>
                  <a:pt x="377" y="372"/>
                </a:lnTo>
                <a:lnTo>
                  <a:pt x="377" y="0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7" name="Rectangle 23"/>
          <p:cNvSpPr>
            <a:spLocks noChangeArrowheads="1"/>
          </p:cNvSpPr>
          <p:nvPr/>
        </p:nvSpPr>
        <p:spPr bwMode="auto">
          <a:xfrm>
            <a:off x="3102044" y="4006950"/>
            <a:ext cx="499964" cy="17357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8" name="Freeform 24"/>
          <p:cNvSpPr>
            <a:spLocks/>
          </p:cNvSpPr>
          <p:nvPr/>
        </p:nvSpPr>
        <p:spPr bwMode="auto">
          <a:xfrm>
            <a:off x="3602008" y="4000360"/>
            <a:ext cx="705609" cy="1243276"/>
          </a:xfrm>
          <a:custGeom>
            <a:avLst/>
            <a:gdLst>
              <a:gd name="T0" fmla="*/ 0 w 374"/>
              <a:gd name="T1" fmla="*/ 92 h 646"/>
              <a:gd name="T2" fmla="*/ 374 w 374"/>
              <a:gd name="T3" fmla="*/ 646 h 646"/>
              <a:gd name="T4" fmla="*/ 374 w 374"/>
              <a:gd name="T5" fmla="*/ 277 h 646"/>
              <a:gd name="T6" fmla="*/ 0 w 374"/>
              <a:gd name="T7" fmla="*/ 0 h 646"/>
              <a:gd name="T8" fmla="*/ 0 w 374"/>
              <a:gd name="T9" fmla="*/ 9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6">
                <a:moveTo>
                  <a:pt x="0" y="92"/>
                </a:moveTo>
                <a:lnTo>
                  <a:pt x="374" y="646"/>
                </a:lnTo>
                <a:lnTo>
                  <a:pt x="374" y="277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/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9" name="Rectangle 25"/>
          <p:cNvSpPr>
            <a:spLocks noChangeArrowheads="1"/>
          </p:cNvSpPr>
          <p:nvPr/>
        </p:nvSpPr>
        <p:spPr bwMode="auto">
          <a:xfrm>
            <a:off x="3102044" y="4180522"/>
            <a:ext cx="499964" cy="179233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0" name="Freeform 26"/>
          <p:cNvSpPr>
            <a:spLocks/>
          </p:cNvSpPr>
          <p:nvPr/>
        </p:nvSpPr>
        <p:spPr bwMode="auto">
          <a:xfrm>
            <a:off x="3602008" y="4180522"/>
            <a:ext cx="705609" cy="1747042"/>
          </a:xfrm>
          <a:custGeom>
            <a:avLst/>
            <a:gdLst>
              <a:gd name="T0" fmla="*/ 0 w 374"/>
              <a:gd name="T1" fmla="*/ 95 h 926"/>
              <a:gd name="T2" fmla="*/ 374 w 374"/>
              <a:gd name="T3" fmla="*/ 926 h 926"/>
              <a:gd name="T4" fmla="*/ 374 w 374"/>
              <a:gd name="T5" fmla="*/ 557 h 926"/>
              <a:gd name="T6" fmla="*/ 0 w 374"/>
              <a:gd name="T7" fmla="*/ 0 h 926"/>
              <a:gd name="T8" fmla="*/ 0 w 374"/>
              <a:gd name="T9" fmla="*/ 95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6">
                <a:moveTo>
                  <a:pt x="0" y="95"/>
                </a:moveTo>
                <a:lnTo>
                  <a:pt x="374" y="926"/>
                </a:lnTo>
                <a:lnTo>
                  <a:pt x="374" y="557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1" name="Rectangle 27"/>
          <p:cNvSpPr>
            <a:spLocks noChangeArrowheads="1"/>
          </p:cNvSpPr>
          <p:nvPr/>
        </p:nvSpPr>
        <p:spPr bwMode="auto">
          <a:xfrm>
            <a:off x="3102044" y="4359754"/>
            <a:ext cx="499964" cy="1735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2" name="Freeform 28"/>
          <p:cNvSpPr>
            <a:spLocks/>
          </p:cNvSpPr>
          <p:nvPr/>
        </p:nvSpPr>
        <p:spPr bwMode="auto">
          <a:xfrm>
            <a:off x="3602008" y="4359754"/>
            <a:ext cx="705609" cy="2263985"/>
          </a:xfrm>
          <a:custGeom>
            <a:avLst/>
            <a:gdLst>
              <a:gd name="T0" fmla="*/ 0 w 374"/>
              <a:gd name="T1" fmla="*/ 92 h 1200"/>
              <a:gd name="T2" fmla="*/ 374 w 374"/>
              <a:gd name="T3" fmla="*/ 1200 h 1200"/>
              <a:gd name="T4" fmla="*/ 374 w 374"/>
              <a:gd name="T5" fmla="*/ 831 h 1200"/>
              <a:gd name="T6" fmla="*/ 0 w 374"/>
              <a:gd name="T7" fmla="*/ 0 h 1200"/>
              <a:gd name="T8" fmla="*/ 0 w 374"/>
              <a:gd name="T9" fmla="*/ 92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1200">
                <a:moveTo>
                  <a:pt x="0" y="92"/>
                </a:moveTo>
                <a:lnTo>
                  <a:pt x="374" y="1200"/>
                </a:lnTo>
                <a:lnTo>
                  <a:pt x="374" y="831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5" name="TextBox 44"/>
          <p:cNvSpPr txBox="1"/>
          <p:nvPr/>
        </p:nvSpPr>
        <p:spPr>
          <a:xfrm>
            <a:off x="597964" y="3546201"/>
            <a:ext cx="2254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Gestión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 de </a:t>
            </a:r>
            <a:r>
              <a:rPr lang="en-US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Alumnos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6" name="TextBox 45"/>
          <p:cNvSpPr txBox="1"/>
          <p:nvPr/>
        </p:nvSpPr>
        <p:spPr>
          <a:xfrm>
            <a:off x="4307617" y="1177841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01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7" name="TextBox 46"/>
          <p:cNvSpPr txBox="1"/>
          <p:nvPr/>
        </p:nvSpPr>
        <p:spPr>
          <a:xfrm>
            <a:off x="4307617" y="1875074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02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8" name="TextBox 47"/>
          <p:cNvSpPr txBox="1"/>
          <p:nvPr/>
        </p:nvSpPr>
        <p:spPr>
          <a:xfrm>
            <a:off x="4307617" y="2580013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03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69" name="TextBox 48"/>
          <p:cNvSpPr txBox="1"/>
          <p:nvPr/>
        </p:nvSpPr>
        <p:spPr>
          <a:xfrm>
            <a:off x="4307617" y="3274857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04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70" name="TextBox 49"/>
          <p:cNvSpPr txBox="1"/>
          <p:nvPr/>
        </p:nvSpPr>
        <p:spPr>
          <a:xfrm>
            <a:off x="4307617" y="3979603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05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71" name="TextBox 50"/>
          <p:cNvSpPr txBox="1"/>
          <p:nvPr/>
        </p:nvSpPr>
        <p:spPr>
          <a:xfrm>
            <a:off x="4307617" y="4689264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06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72" name="TextBox 51"/>
          <p:cNvSpPr txBox="1"/>
          <p:nvPr/>
        </p:nvSpPr>
        <p:spPr>
          <a:xfrm>
            <a:off x="4307617" y="5382622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07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73" name="TextBox 52"/>
          <p:cNvSpPr txBox="1"/>
          <p:nvPr/>
        </p:nvSpPr>
        <p:spPr>
          <a:xfrm>
            <a:off x="4307617" y="6077944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08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6" name="TextBox 85"/>
          <p:cNvSpPr txBox="1"/>
          <p:nvPr/>
        </p:nvSpPr>
        <p:spPr>
          <a:xfrm>
            <a:off x="5468269" y="1208619"/>
            <a:ext cx="2291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Gestión</a:t>
            </a:r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 de </a:t>
            </a:r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aspirantes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7" name="TextBox 86"/>
          <p:cNvSpPr txBox="1"/>
          <p:nvPr/>
        </p:nvSpPr>
        <p:spPr>
          <a:xfrm>
            <a:off x="5468270" y="1912388"/>
            <a:ext cx="2826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Inscripciones</a:t>
            </a:r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 y </a:t>
            </a:r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resinscripciones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8" name="TextBox 87"/>
          <p:cNvSpPr txBox="1"/>
          <p:nvPr/>
        </p:nvSpPr>
        <p:spPr>
          <a:xfrm>
            <a:off x="5468270" y="2594870"/>
            <a:ext cx="2826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Planes y </a:t>
            </a:r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programas</a:t>
            </a:r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 de </a:t>
            </a:r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estudios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9" name="TextBox 88"/>
          <p:cNvSpPr txBox="1"/>
          <p:nvPr/>
        </p:nvSpPr>
        <p:spPr>
          <a:xfrm>
            <a:off x="5468270" y="3307522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Profesores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10" name="TextBox 89"/>
          <p:cNvSpPr txBox="1"/>
          <p:nvPr/>
        </p:nvSpPr>
        <p:spPr>
          <a:xfrm>
            <a:off x="5468270" y="4009357"/>
            <a:ext cx="1782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Credencialización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11" name="TextBox 90"/>
          <p:cNvSpPr txBox="1"/>
          <p:nvPr/>
        </p:nvSpPr>
        <p:spPr>
          <a:xfrm>
            <a:off x="5468270" y="4711194"/>
            <a:ext cx="21049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Historial</a:t>
            </a:r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Académico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12" name="TextBox 91"/>
          <p:cNvSpPr txBox="1"/>
          <p:nvPr/>
        </p:nvSpPr>
        <p:spPr>
          <a:xfrm>
            <a:off x="5468270" y="5410199"/>
            <a:ext cx="1782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Gestión</a:t>
            </a:r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 de </a:t>
            </a:r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grupos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13" name="TextBox 92"/>
          <p:cNvSpPr txBox="1"/>
          <p:nvPr/>
        </p:nvSpPr>
        <p:spPr>
          <a:xfrm>
            <a:off x="5468270" y="6109205"/>
            <a:ext cx="2291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Movimientos</a:t>
            </a:r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 de </a:t>
            </a:r>
            <a:r>
              <a:rPr lang="en-US" sz="1600" dirty="0" err="1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Alumnos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3076" name="Picture 4" descr="Resultado de imagen para aspirantes icono 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078" y="1089339"/>
            <a:ext cx="572792" cy="572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inscripciones icono  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930" y="1870317"/>
            <a:ext cx="545529" cy="48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Resultado de imagen para planes icono 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949" y="2482402"/>
            <a:ext cx="569510" cy="56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sultado de imagen para profesores icono  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863" y="3204662"/>
            <a:ext cx="598866" cy="59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Resultado de imagen para credencial icono  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101" y="3906496"/>
            <a:ext cx="442389" cy="52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Resultado de imagen para cardex icono  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575" y="4646663"/>
            <a:ext cx="471145" cy="502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Resultado de imagen para grupos  icono  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633" y="5344812"/>
            <a:ext cx="495665" cy="49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Resultado de imagen para acciones icono  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473" y="6124712"/>
            <a:ext cx="522441" cy="35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78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4641850" y="1717506"/>
            <a:ext cx="2747962" cy="1122363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7"/>
          <p:cNvSpPr>
            <a:spLocks noEditPoints="1"/>
          </p:cNvSpPr>
          <p:nvPr/>
        </p:nvSpPr>
        <p:spPr bwMode="auto">
          <a:xfrm>
            <a:off x="3022600" y="1393656"/>
            <a:ext cx="1152525" cy="1571625"/>
          </a:xfrm>
          <a:custGeom>
            <a:avLst/>
            <a:gdLst>
              <a:gd name="T0" fmla="*/ 256 w 726"/>
              <a:gd name="T1" fmla="*/ 110 h 990"/>
              <a:gd name="T2" fmla="*/ 242 w 726"/>
              <a:gd name="T3" fmla="*/ 141 h 990"/>
              <a:gd name="T4" fmla="*/ 222 w 726"/>
              <a:gd name="T5" fmla="*/ 169 h 990"/>
              <a:gd name="T6" fmla="*/ 194 w 726"/>
              <a:gd name="T7" fmla="*/ 191 h 990"/>
              <a:gd name="T8" fmla="*/ 156 w 726"/>
              <a:gd name="T9" fmla="*/ 204 h 990"/>
              <a:gd name="T10" fmla="*/ 102 w 726"/>
              <a:gd name="T11" fmla="*/ 209 h 990"/>
              <a:gd name="T12" fmla="*/ 215 w 726"/>
              <a:gd name="T13" fmla="*/ 313 h 990"/>
              <a:gd name="T14" fmla="*/ 360 w 726"/>
              <a:gd name="T15" fmla="*/ 911 h 990"/>
              <a:gd name="T16" fmla="*/ 262 w 726"/>
              <a:gd name="T17" fmla="*/ 93 h 990"/>
              <a:gd name="T18" fmla="*/ 421 w 726"/>
              <a:gd name="T19" fmla="*/ 1 h 990"/>
              <a:gd name="T20" fmla="*/ 442 w 726"/>
              <a:gd name="T21" fmla="*/ 7 h 990"/>
              <a:gd name="T22" fmla="*/ 452 w 726"/>
              <a:gd name="T23" fmla="*/ 17 h 990"/>
              <a:gd name="T24" fmla="*/ 454 w 726"/>
              <a:gd name="T25" fmla="*/ 23 h 990"/>
              <a:gd name="T26" fmla="*/ 455 w 726"/>
              <a:gd name="T27" fmla="*/ 284 h 990"/>
              <a:gd name="T28" fmla="*/ 726 w 726"/>
              <a:gd name="T29" fmla="*/ 988 h 990"/>
              <a:gd name="T30" fmla="*/ 413 w 726"/>
              <a:gd name="T31" fmla="*/ 989 h 990"/>
              <a:gd name="T32" fmla="*/ 413 w 726"/>
              <a:gd name="T33" fmla="*/ 989 h 990"/>
              <a:gd name="T34" fmla="*/ 361 w 726"/>
              <a:gd name="T35" fmla="*/ 990 h 990"/>
              <a:gd name="T36" fmla="*/ 299 w 726"/>
              <a:gd name="T37" fmla="*/ 990 h 990"/>
              <a:gd name="T38" fmla="*/ 234 w 726"/>
              <a:gd name="T39" fmla="*/ 990 h 990"/>
              <a:gd name="T40" fmla="*/ 190 w 726"/>
              <a:gd name="T41" fmla="*/ 988 h 990"/>
              <a:gd name="T42" fmla="*/ 165 w 726"/>
              <a:gd name="T43" fmla="*/ 979 h 990"/>
              <a:gd name="T44" fmla="*/ 152 w 726"/>
              <a:gd name="T45" fmla="*/ 966 h 990"/>
              <a:gd name="T46" fmla="*/ 145 w 726"/>
              <a:gd name="T47" fmla="*/ 952 h 990"/>
              <a:gd name="T48" fmla="*/ 143 w 726"/>
              <a:gd name="T49" fmla="*/ 943 h 990"/>
              <a:gd name="T50" fmla="*/ 141 w 726"/>
              <a:gd name="T51" fmla="*/ 394 h 990"/>
              <a:gd name="T52" fmla="*/ 48 w 726"/>
              <a:gd name="T53" fmla="*/ 393 h 990"/>
              <a:gd name="T54" fmla="*/ 22 w 726"/>
              <a:gd name="T55" fmla="*/ 386 h 990"/>
              <a:gd name="T56" fmla="*/ 9 w 726"/>
              <a:gd name="T57" fmla="*/ 373 h 990"/>
              <a:gd name="T58" fmla="*/ 2 w 726"/>
              <a:gd name="T59" fmla="*/ 360 h 990"/>
              <a:gd name="T60" fmla="*/ 0 w 726"/>
              <a:gd name="T61" fmla="*/ 351 h 990"/>
              <a:gd name="T62" fmla="*/ 0 w 726"/>
              <a:gd name="T63" fmla="*/ 161 h 990"/>
              <a:gd name="T64" fmla="*/ 8 w 726"/>
              <a:gd name="T65" fmla="*/ 132 h 990"/>
              <a:gd name="T66" fmla="*/ 23 w 726"/>
              <a:gd name="T67" fmla="*/ 114 h 990"/>
              <a:gd name="T68" fmla="*/ 41 w 726"/>
              <a:gd name="T69" fmla="*/ 105 h 990"/>
              <a:gd name="T70" fmla="*/ 53 w 726"/>
              <a:gd name="T71" fmla="*/ 102 h 990"/>
              <a:gd name="T72" fmla="*/ 88 w 726"/>
              <a:gd name="T73" fmla="*/ 91 h 990"/>
              <a:gd name="T74" fmla="*/ 144 w 726"/>
              <a:gd name="T75" fmla="*/ 66 h 990"/>
              <a:gd name="T76" fmla="*/ 183 w 726"/>
              <a:gd name="T77" fmla="*/ 39 h 990"/>
              <a:gd name="T78" fmla="*/ 205 w 726"/>
              <a:gd name="T79" fmla="*/ 17 h 990"/>
              <a:gd name="T80" fmla="*/ 217 w 726"/>
              <a:gd name="T81" fmla="*/ 2 h 990"/>
              <a:gd name="T82" fmla="*/ 223 w 726"/>
              <a:gd name="T83" fmla="*/ 0 h 990"/>
              <a:gd name="T84" fmla="*/ 249 w 726"/>
              <a:gd name="T85" fmla="*/ 0 h 990"/>
              <a:gd name="T86" fmla="*/ 290 w 726"/>
              <a:gd name="T87" fmla="*/ 0 h 990"/>
              <a:gd name="T88" fmla="*/ 335 w 726"/>
              <a:gd name="T89" fmla="*/ 0 h 990"/>
              <a:gd name="T90" fmla="*/ 375 w 726"/>
              <a:gd name="T91" fmla="*/ 0 h 990"/>
              <a:gd name="T92" fmla="*/ 400 w 726"/>
              <a:gd name="T93" fmla="*/ 0 h 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26" h="990">
                <a:moveTo>
                  <a:pt x="262" y="93"/>
                </a:moveTo>
                <a:lnTo>
                  <a:pt x="256" y="110"/>
                </a:lnTo>
                <a:lnTo>
                  <a:pt x="249" y="126"/>
                </a:lnTo>
                <a:lnTo>
                  <a:pt x="242" y="141"/>
                </a:lnTo>
                <a:lnTo>
                  <a:pt x="232" y="155"/>
                </a:lnTo>
                <a:lnTo>
                  <a:pt x="222" y="169"/>
                </a:lnTo>
                <a:lnTo>
                  <a:pt x="210" y="180"/>
                </a:lnTo>
                <a:lnTo>
                  <a:pt x="194" y="191"/>
                </a:lnTo>
                <a:lnTo>
                  <a:pt x="176" y="198"/>
                </a:lnTo>
                <a:lnTo>
                  <a:pt x="156" y="204"/>
                </a:lnTo>
                <a:lnTo>
                  <a:pt x="131" y="208"/>
                </a:lnTo>
                <a:lnTo>
                  <a:pt x="102" y="209"/>
                </a:lnTo>
                <a:lnTo>
                  <a:pt x="102" y="313"/>
                </a:lnTo>
                <a:lnTo>
                  <a:pt x="215" y="313"/>
                </a:lnTo>
                <a:lnTo>
                  <a:pt x="215" y="911"/>
                </a:lnTo>
                <a:lnTo>
                  <a:pt x="360" y="911"/>
                </a:lnTo>
                <a:lnTo>
                  <a:pt x="360" y="93"/>
                </a:lnTo>
                <a:lnTo>
                  <a:pt x="262" y="93"/>
                </a:lnTo>
                <a:close/>
                <a:moveTo>
                  <a:pt x="403" y="0"/>
                </a:moveTo>
                <a:lnTo>
                  <a:pt x="421" y="1"/>
                </a:lnTo>
                <a:lnTo>
                  <a:pt x="433" y="3"/>
                </a:lnTo>
                <a:lnTo>
                  <a:pt x="442" y="7"/>
                </a:lnTo>
                <a:lnTo>
                  <a:pt x="448" y="11"/>
                </a:lnTo>
                <a:lnTo>
                  <a:pt x="452" y="17"/>
                </a:lnTo>
                <a:lnTo>
                  <a:pt x="453" y="21"/>
                </a:lnTo>
                <a:lnTo>
                  <a:pt x="454" y="23"/>
                </a:lnTo>
                <a:lnTo>
                  <a:pt x="454" y="24"/>
                </a:lnTo>
                <a:lnTo>
                  <a:pt x="455" y="284"/>
                </a:lnTo>
                <a:lnTo>
                  <a:pt x="726" y="284"/>
                </a:lnTo>
                <a:lnTo>
                  <a:pt x="726" y="988"/>
                </a:lnTo>
                <a:lnTo>
                  <a:pt x="414" y="989"/>
                </a:lnTo>
                <a:lnTo>
                  <a:pt x="413" y="989"/>
                </a:lnTo>
                <a:lnTo>
                  <a:pt x="413" y="989"/>
                </a:lnTo>
                <a:lnTo>
                  <a:pt x="413" y="989"/>
                </a:lnTo>
                <a:lnTo>
                  <a:pt x="361" y="990"/>
                </a:lnTo>
                <a:lnTo>
                  <a:pt x="361" y="990"/>
                </a:lnTo>
                <a:lnTo>
                  <a:pt x="331" y="990"/>
                </a:lnTo>
                <a:lnTo>
                  <a:pt x="299" y="990"/>
                </a:lnTo>
                <a:lnTo>
                  <a:pt x="266" y="990"/>
                </a:lnTo>
                <a:lnTo>
                  <a:pt x="234" y="990"/>
                </a:lnTo>
                <a:lnTo>
                  <a:pt x="209" y="990"/>
                </a:lnTo>
                <a:lnTo>
                  <a:pt x="190" y="988"/>
                </a:lnTo>
                <a:lnTo>
                  <a:pt x="176" y="985"/>
                </a:lnTo>
                <a:lnTo>
                  <a:pt x="165" y="979"/>
                </a:lnTo>
                <a:lnTo>
                  <a:pt x="157" y="973"/>
                </a:lnTo>
                <a:lnTo>
                  <a:pt x="152" y="966"/>
                </a:lnTo>
                <a:lnTo>
                  <a:pt x="147" y="959"/>
                </a:lnTo>
                <a:lnTo>
                  <a:pt x="145" y="952"/>
                </a:lnTo>
                <a:lnTo>
                  <a:pt x="144" y="947"/>
                </a:lnTo>
                <a:lnTo>
                  <a:pt x="143" y="943"/>
                </a:lnTo>
                <a:lnTo>
                  <a:pt x="143" y="942"/>
                </a:lnTo>
                <a:lnTo>
                  <a:pt x="141" y="394"/>
                </a:lnTo>
                <a:lnTo>
                  <a:pt x="66" y="394"/>
                </a:lnTo>
                <a:lnTo>
                  <a:pt x="48" y="393"/>
                </a:lnTo>
                <a:lnTo>
                  <a:pt x="33" y="390"/>
                </a:lnTo>
                <a:lnTo>
                  <a:pt x="22" y="386"/>
                </a:lnTo>
                <a:lnTo>
                  <a:pt x="14" y="379"/>
                </a:lnTo>
                <a:lnTo>
                  <a:pt x="9" y="373"/>
                </a:lnTo>
                <a:lnTo>
                  <a:pt x="4" y="366"/>
                </a:lnTo>
                <a:lnTo>
                  <a:pt x="2" y="360"/>
                </a:lnTo>
                <a:lnTo>
                  <a:pt x="0" y="354"/>
                </a:lnTo>
                <a:lnTo>
                  <a:pt x="0" y="351"/>
                </a:lnTo>
                <a:lnTo>
                  <a:pt x="0" y="350"/>
                </a:lnTo>
                <a:lnTo>
                  <a:pt x="0" y="161"/>
                </a:lnTo>
                <a:lnTo>
                  <a:pt x="2" y="144"/>
                </a:lnTo>
                <a:lnTo>
                  <a:pt x="8" y="132"/>
                </a:lnTo>
                <a:lnTo>
                  <a:pt x="15" y="121"/>
                </a:lnTo>
                <a:lnTo>
                  <a:pt x="23" y="114"/>
                </a:lnTo>
                <a:lnTo>
                  <a:pt x="32" y="109"/>
                </a:lnTo>
                <a:lnTo>
                  <a:pt x="41" y="105"/>
                </a:lnTo>
                <a:lnTo>
                  <a:pt x="48" y="103"/>
                </a:lnTo>
                <a:lnTo>
                  <a:pt x="53" y="102"/>
                </a:lnTo>
                <a:lnTo>
                  <a:pt x="54" y="102"/>
                </a:lnTo>
                <a:lnTo>
                  <a:pt x="88" y="91"/>
                </a:lnTo>
                <a:lnTo>
                  <a:pt x="118" y="79"/>
                </a:lnTo>
                <a:lnTo>
                  <a:pt x="144" y="66"/>
                </a:lnTo>
                <a:lnTo>
                  <a:pt x="165" y="53"/>
                </a:lnTo>
                <a:lnTo>
                  <a:pt x="183" y="39"/>
                </a:lnTo>
                <a:lnTo>
                  <a:pt x="196" y="27"/>
                </a:lnTo>
                <a:lnTo>
                  <a:pt x="205" y="17"/>
                </a:lnTo>
                <a:lnTo>
                  <a:pt x="213" y="7"/>
                </a:lnTo>
                <a:lnTo>
                  <a:pt x="217" y="2"/>
                </a:lnTo>
                <a:lnTo>
                  <a:pt x="218" y="0"/>
                </a:lnTo>
                <a:lnTo>
                  <a:pt x="223" y="0"/>
                </a:lnTo>
                <a:lnTo>
                  <a:pt x="233" y="0"/>
                </a:lnTo>
                <a:lnTo>
                  <a:pt x="249" y="0"/>
                </a:lnTo>
                <a:lnTo>
                  <a:pt x="269" y="0"/>
                </a:lnTo>
                <a:lnTo>
                  <a:pt x="290" y="0"/>
                </a:lnTo>
                <a:lnTo>
                  <a:pt x="313" y="0"/>
                </a:lnTo>
                <a:lnTo>
                  <a:pt x="335" y="0"/>
                </a:lnTo>
                <a:lnTo>
                  <a:pt x="357" y="0"/>
                </a:lnTo>
                <a:lnTo>
                  <a:pt x="375" y="0"/>
                </a:lnTo>
                <a:lnTo>
                  <a:pt x="390" y="0"/>
                </a:lnTo>
                <a:lnTo>
                  <a:pt x="400" y="0"/>
                </a:lnTo>
                <a:lnTo>
                  <a:pt x="403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 8"/>
          <p:cNvSpPr>
            <a:spLocks/>
          </p:cNvSpPr>
          <p:nvPr/>
        </p:nvSpPr>
        <p:spPr bwMode="auto">
          <a:xfrm>
            <a:off x="4175125" y="1717506"/>
            <a:ext cx="466725" cy="1244600"/>
          </a:xfrm>
          <a:custGeom>
            <a:avLst/>
            <a:gdLst>
              <a:gd name="T0" fmla="*/ 294 w 294"/>
              <a:gd name="T1" fmla="*/ 0 h 784"/>
              <a:gd name="T2" fmla="*/ 294 w 294"/>
              <a:gd name="T3" fmla="*/ 707 h 784"/>
              <a:gd name="T4" fmla="*/ 0 w 294"/>
              <a:gd name="T5" fmla="*/ 784 h 784"/>
              <a:gd name="T6" fmla="*/ 0 w 294"/>
              <a:gd name="T7" fmla="*/ 80 h 784"/>
              <a:gd name="T8" fmla="*/ 294 w 294"/>
              <a:gd name="T9" fmla="*/ 0 h 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4">
                <a:moveTo>
                  <a:pt x="294" y="0"/>
                </a:moveTo>
                <a:lnTo>
                  <a:pt x="294" y="707"/>
                </a:lnTo>
                <a:lnTo>
                  <a:pt x="0" y="784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reeform 9"/>
          <p:cNvSpPr>
            <a:spLocks/>
          </p:cNvSpPr>
          <p:nvPr/>
        </p:nvSpPr>
        <p:spPr bwMode="auto">
          <a:xfrm>
            <a:off x="7389812" y="1717506"/>
            <a:ext cx="474662" cy="1241425"/>
          </a:xfrm>
          <a:custGeom>
            <a:avLst/>
            <a:gdLst>
              <a:gd name="T0" fmla="*/ 0 w 299"/>
              <a:gd name="T1" fmla="*/ 0 h 782"/>
              <a:gd name="T2" fmla="*/ 299 w 299"/>
              <a:gd name="T3" fmla="*/ 80 h 782"/>
              <a:gd name="T4" fmla="*/ 299 w 299"/>
              <a:gd name="T5" fmla="*/ 782 h 782"/>
              <a:gd name="T6" fmla="*/ 0 w 299"/>
              <a:gd name="T7" fmla="*/ 707 h 782"/>
              <a:gd name="T8" fmla="*/ 0 w 299"/>
              <a:gd name="T9" fmla="*/ 0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9" h="782">
                <a:moveTo>
                  <a:pt x="0" y="0"/>
                </a:moveTo>
                <a:lnTo>
                  <a:pt x="299" y="80"/>
                </a:lnTo>
                <a:lnTo>
                  <a:pt x="299" y="782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7864475" y="1844506"/>
            <a:ext cx="1317624" cy="1114425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>
            <a:off x="4175125" y="4327997"/>
            <a:ext cx="466725" cy="1246188"/>
          </a:xfrm>
          <a:custGeom>
            <a:avLst/>
            <a:gdLst>
              <a:gd name="T0" fmla="*/ 294 w 294"/>
              <a:gd name="T1" fmla="*/ 0 h 785"/>
              <a:gd name="T2" fmla="*/ 294 w 294"/>
              <a:gd name="T3" fmla="*/ 707 h 785"/>
              <a:gd name="T4" fmla="*/ 0 w 294"/>
              <a:gd name="T5" fmla="*/ 785 h 785"/>
              <a:gd name="T6" fmla="*/ 0 w 294"/>
              <a:gd name="T7" fmla="*/ 80 h 785"/>
              <a:gd name="T8" fmla="*/ 294 w 294"/>
              <a:gd name="T9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4" h="785">
                <a:moveTo>
                  <a:pt x="294" y="0"/>
                </a:moveTo>
                <a:lnTo>
                  <a:pt x="294" y="707"/>
                </a:lnTo>
                <a:lnTo>
                  <a:pt x="0" y="785"/>
                </a:lnTo>
                <a:lnTo>
                  <a:pt x="0" y="80"/>
                </a:lnTo>
                <a:lnTo>
                  <a:pt x="29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4641850" y="4327997"/>
            <a:ext cx="2747962" cy="1122363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13"/>
          <p:cNvSpPr>
            <a:spLocks/>
          </p:cNvSpPr>
          <p:nvPr/>
        </p:nvSpPr>
        <p:spPr bwMode="auto">
          <a:xfrm>
            <a:off x="7389812" y="4327997"/>
            <a:ext cx="474662" cy="1246188"/>
          </a:xfrm>
          <a:custGeom>
            <a:avLst/>
            <a:gdLst>
              <a:gd name="T0" fmla="*/ 0 w 299"/>
              <a:gd name="T1" fmla="*/ 0 h 785"/>
              <a:gd name="T2" fmla="*/ 299 w 299"/>
              <a:gd name="T3" fmla="*/ 80 h 785"/>
              <a:gd name="T4" fmla="*/ 299 w 299"/>
              <a:gd name="T5" fmla="*/ 80 h 785"/>
              <a:gd name="T6" fmla="*/ 299 w 299"/>
              <a:gd name="T7" fmla="*/ 785 h 785"/>
              <a:gd name="T8" fmla="*/ 0 w 299"/>
              <a:gd name="T9" fmla="*/ 707 h 785"/>
              <a:gd name="T10" fmla="*/ 0 w 299"/>
              <a:gd name="T11" fmla="*/ 0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9" h="785">
                <a:moveTo>
                  <a:pt x="0" y="0"/>
                </a:moveTo>
                <a:lnTo>
                  <a:pt x="299" y="80"/>
                </a:lnTo>
                <a:lnTo>
                  <a:pt x="299" y="80"/>
                </a:lnTo>
                <a:lnTo>
                  <a:pt x="299" y="785"/>
                </a:lnTo>
                <a:lnTo>
                  <a:pt x="0" y="7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7864475" y="4454997"/>
            <a:ext cx="1317624" cy="1119188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15"/>
          <p:cNvSpPr>
            <a:spLocks noEditPoints="1"/>
          </p:cNvSpPr>
          <p:nvPr/>
        </p:nvSpPr>
        <p:spPr bwMode="auto">
          <a:xfrm>
            <a:off x="3009900" y="4018435"/>
            <a:ext cx="1165225" cy="1562100"/>
          </a:xfrm>
          <a:custGeom>
            <a:avLst/>
            <a:gdLst>
              <a:gd name="T0" fmla="*/ 232 w 734"/>
              <a:gd name="T1" fmla="*/ 109 h 984"/>
              <a:gd name="T2" fmla="*/ 157 w 734"/>
              <a:gd name="T3" fmla="*/ 152 h 984"/>
              <a:gd name="T4" fmla="*/ 118 w 734"/>
              <a:gd name="T5" fmla="*/ 229 h 984"/>
              <a:gd name="T6" fmla="*/ 110 w 734"/>
              <a:gd name="T7" fmla="*/ 373 h 984"/>
              <a:gd name="T8" fmla="*/ 231 w 734"/>
              <a:gd name="T9" fmla="*/ 267 h 984"/>
              <a:gd name="T10" fmla="*/ 253 w 734"/>
              <a:gd name="T11" fmla="*/ 225 h 984"/>
              <a:gd name="T12" fmla="*/ 295 w 734"/>
              <a:gd name="T13" fmla="*/ 213 h 984"/>
              <a:gd name="T14" fmla="*/ 335 w 734"/>
              <a:gd name="T15" fmla="*/ 222 h 984"/>
              <a:gd name="T16" fmla="*/ 356 w 734"/>
              <a:gd name="T17" fmla="*/ 258 h 984"/>
              <a:gd name="T18" fmla="*/ 360 w 734"/>
              <a:gd name="T19" fmla="*/ 338 h 984"/>
              <a:gd name="T20" fmla="*/ 329 w 734"/>
              <a:gd name="T21" fmla="*/ 428 h 984"/>
              <a:gd name="T22" fmla="*/ 277 w 734"/>
              <a:gd name="T23" fmla="*/ 502 h 984"/>
              <a:gd name="T24" fmla="*/ 214 w 734"/>
              <a:gd name="T25" fmla="*/ 569 h 984"/>
              <a:gd name="T26" fmla="*/ 157 w 734"/>
              <a:gd name="T27" fmla="*/ 639 h 984"/>
              <a:gd name="T28" fmla="*/ 119 w 734"/>
              <a:gd name="T29" fmla="*/ 724 h 984"/>
              <a:gd name="T30" fmla="*/ 110 w 734"/>
              <a:gd name="T31" fmla="*/ 890 h 984"/>
              <a:gd name="T32" fmla="*/ 237 w 734"/>
              <a:gd name="T33" fmla="*/ 779 h 984"/>
              <a:gd name="T34" fmla="*/ 248 w 734"/>
              <a:gd name="T35" fmla="*/ 713 h 984"/>
              <a:gd name="T36" fmla="*/ 291 w 734"/>
              <a:gd name="T37" fmla="*/ 650 h 984"/>
              <a:gd name="T38" fmla="*/ 353 w 734"/>
              <a:gd name="T39" fmla="*/ 582 h 984"/>
              <a:gd name="T40" fmla="*/ 418 w 734"/>
              <a:gd name="T41" fmla="*/ 506 h 984"/>
              <a:gd name="T42" fmla="*/ 468 w 734"/>
              <a:gd name="T43" fmla="*/ 413 h 984"/>
              <a:gd name="T44" fmla="*/ 488 w 734"/>
              <a:gd name="T45" fmla="*/ 298 h 984"/>
              <a:gd name="T46" fmla="*/ 471 w 734"/>
              <a:gd name="T47" fmla="*/ 199 h 984"/>
              <a:gd name="T48" fmla="*/ 420 w 734"/>
              <a:gd name="T49" fmla="*/ 134 h 984"/>
              <a:gd name="T50" fmla="*/ 335 w 734"/>
              <a:gd name="T51" fmla="*/ 103 h 984"/>
              <a:gd name="T52" fmla="*/ 288 w 734"/>
              <a:gd name="T53" fmla="*/ 0 h 984"/>
              <a:gd name="T54" fmla="*/ 373 w 734"/>
              <a:gd name="T55" fmla="*/ 6 h 984"/>
              <a:gd name="T56" fmla="*/ 468 w 734"/>
              <a:gd name="T57" fmla="*/ 36 h 984"/>
              <a:gd name="T58" fmla="*/ 533 w 734"/>
              <a:gd name="T59" fmla="*/ 83 h 984"/>
              <a:gd name="T60" fmla="*/ 572 w 734"/>
              <a:gd name="T61" fmla="*/ 138 h 984"/>
              <a:gd name="T62" fmla="*/ 593 w 734"/>
              <a:gd name="T63" fmla="*/ 192 h 984"/>
              <a:gd name="T64" fmla="*/ 600 w 734"/>
              <a:gd name="T65" fmla="*/ 238 h 984"/>
              <a:gd name="T66" fmla="*/ 601 w 734"/>
              <a:gd name="T67" fmla="*/ 267 h 984"/>
              <a:gd name="T68" fmla="*/ 600 w 734"/>
              <a:gd name="T69" fmla="*/ 275 h 984"/>
              <a:gd name="T70" fmla="*/ 572 w 734"/>
              <a:gd name="T71" fmla="*/ 980 h 984"/>
              <a:gd name="T72" fmla="*/ 104 w 734"/>
              <a:gd name="T73" fmla="*/ 978 h 984"/>
              <a:gd name="T74" fmla="*/ 46 w 734"/>
              <a:gd name="T75" fmla="*/ 958 h 984"/>
              <a:gd name="T76" fmla="*/ 17 w 734"/>
              <a:gd name="T77" fmla="*/ 931 h 984"/>
              <a:gd name="T78" fmla="*/ 5 w 734"/>
              <a:gd name="T79" fmla="*/ 906 h 984"/>
              <a:gd name="T80" fmla="*/ 3 w 734"/>
              <a:gd name="T81" fmla="*/ 895 h 984"/>
              <a:gd name="T82" fmla="*/ 9 w 734"/>
              <a:gd name="T83" fmla="*/ 673 h 984"/>
              <a:gd name="T84" fmla="*/ 33 w 734"/>
              <a:gd name="T85" fmla="*/ 600 h 984"/>
              <a:gd name="T86" fmla="*/ 62 w 734"/>
              <a:gd name="T87" fmla="*/ 545 h 984"/>
              <a:gd name="T88" fmla="*/ 81 w 734"/>
              <a:gd name="T89" fmla="*/ 517 h 984"/>
              <a:gd name="T90" fmla="*/ 45 w 734"/>
              <a:gd name="T91" fmla="*/ 494 h 984"/>
              <a:gd name="T92" fmla="*/ 13 w 734"/>
              <a:gd name="T93" fmla="*/ 454 h 984"/>
              <a:gd name="T94" fmla="*/ 4 w 734"/>
              <a:gd name="T95" fmla="*/ 426 h 984"/>
              <a:gd name="T96" fmla="*/ 0 w 734"/>
              <a:gd name="T97" fmla="*/ 325 h 984"/>
              <a:gd name="T98" fmla="*/ 17 w 734"/>
              <a:gd name="T99" fmla="*/ 207 h 984"/>
              <a:gd name="T100" fmla="*/ 54 w 734"/>
              <a:gd name="T101" fmla="*/ 122 h 984"/>
              <a:gd name="T102" fmla="*/ 103 w 734"/>
              <a:gd name="T103" fmla="*/ 64 h 984"/>
              <a:gd name="T104" fmla="*/ 159 w 734"/>
              <a:gd name="T105" fmla="*/ 28 h 984"/>
              <a:gd name="T106" fmla="*/ 211 w 734"/>
              <a:gd name="T107" fmla="*/ 9 h 984"/>
              <a:gd name="T108" fmla="*/ 256 w 734"/>
              <a:gd name="T109" fmla="*/ 1 h 984"/>
              <a:gd name="T110" fmla="*/ 284 w 734"/>
              <a:gd name="T111" fmla="*/ 0 h 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34" h="984">
                <a:moveTo>
                  <a:pt x="299" y="101"/>
                </a:moveTo>
                <a:lnTo>
                  <a:pt x="263" y="103"/>
                </a:lnTo>
                <a:lnTo>
                  <a:pt x="232" y="109"/>
                </a:lnTo>
                <a:lnTo>
                  <a:pt x="203" y="119"/>
                </a:lnTo>
                <a:lnTo>
                  <a:pt x="179" y="134"/>
                </a:lnTo>
                <a:lnTo>
                  <a:pt x="157" y="152"/>
                </a:lnTo>
                <a:lnTo>
                  <a:pt x="141" y="174"/>
                </a:lnTo>
                <a:lnTo>
                  <a:pt x="127" y="199"/>
                </a:lnTo>
                <a:lnTo>
                  <a:pt x="118" y="229"/>
                </a:lnTo>
                <a:lnTo>
                  <a:pt x="112" y="261"/>
                </a:lnTo>
                <a:lnTo>
                  <a:pt x="110" y="298"/>
                </a:lnTo>
                <a:lnTo>
                  <a:pt x="110" y="373"/>
                </a:lnTo>
                <a:lnTo>
                  <a:pt x="230" y="373"/>
                </a:lnTo>
                <a:lnTo>
                  <a:pt x="230" y="289"/>
                </a:lnTo>
                <a:lnTo>
                  <a:pt x="231" y="267"/>
                </a:lnTo>
                <a:lnTo>
                  <a:pt x="236" y="250"/>
                </a:lnTo>
                <a:lnTo>
                  <a:pt x="243" y="235"/>
                </a:lnTo>
                <a:lnTo>
                  <a:pt x="253" y="225"/>
                </a:lnTo>
                <a:lnTo>
                  <a:pt x="265" y="218"/>
                </a:lnTo>
                <a:lnTo>
                  <a:pt x="280" y="214"/>
                </a:lnTo>
                <a:lnTo>
                  <a:pt x="295" y="213"/>
                </a:lnTo>
                <a:lnTo>
                  <a:pt x="310" y="214"/>
                </a:lnTo>
                <a:lnTo>
                  <a:pt x="323" y="217"/>
                </a:lnTo>
                <a:lnTo>
                  <a:pt x="335" y="222"/>
                </a:lnTo>
                <a:lnTo>
                  <a:pt x="344" y="230"/>
                </a:lnTo>
                <a:lnTo>
                  <a:pt x="351" y="243"/>
                </a:lnTo>
                <a:lnTo>
                  <a:pt x="356" y="258"/>
                </a:lnTo>
                <a:lnTo>
                  <a:pt x="361" y="278"/>
                </a:lnTo>
                <a:lnTo>
                  <a:pt x="362" y="302"/>
                </a:lnTo>
                <a:lnTo>
                  <a:pt x="360" y="338"/>
                </a:lnTo>
                <a:lnTo>
                  <a:pt x="353" y="370"/>
                </a:lnTo>
                <a:lnTo>
                  <a:pt x="343" y="400"/>
                </a:lnTo>
                <a:lnTo>
                  <a:pt x="329" y="428"/>
                </a:lnTo>
                <a:lnTo>
                  <a:pt x="314" y="454"/>
                </a:lnTo>
                <a:lnTo>
                  <a:pt x="296" y="479"/>
                </a:lnTo>
                <a:lnTo>
                  <a:pt x="277" y="502"/>
                </a:lnTo>
                <a:lnTo>
                  <a:pt x="257" y="524"/>
                </a:lnTo>
                <a:lnTo>
                  <a:pt x="236" y="546"/>
                </a:lnTo>
                <a:lnTo>
                  <a:pt x="214" y="569"/>
                </a:lnTo>
                <a:lnTo>
                  <a:pt x="195" y="592"/>
                </a:lnTo>
                <a:lnTo>
                  <a:pt x="175" y="615"/>
                </a:lnTo>
                <a:lnTo>
                  <a:pt x="157" y="639"/>
                </a:lnTo>
                <a:lnTo>
                  <a:pt x="142" y="665"/>
                </a:lnTo>
                <a:lnTo>
                  <a:pt x="128" y="694"/>
                </a:lnTo>
                <a:lnTo>
                  <a:pt x="119" y="724"/>
                </a:lnTo>
                <a:lnTo>
                  <a:pt x="112" y="758"/>
                </a:lnTo>
                <a:lnTo>
                  <a:pt x="110" y="795"/>
                </a:lnTo>
                <a:lnTo>
                  <a:pt x="110" y="890"/>
                </a:lnTo>
                <a:lnTo>
                  <a:pt x="477" y="890"/>
                </a:lnTo>
                <a:lnTo>
                  <a:pt x="477" y="779"/>
                </a:lnTo>
                <a:lnTo>
                  <a:pt x="237" y="779"/>
                </a:lnTo>
                <a:lnTo>
                  <a:pt x="235" y="757"/>
                </a:lnTo>
                <a:lnTo>
                  <a:pt x="239" y="735"/>
                </a:lnTo>
                <a:lnTo>
                  <a:pt x="248" y="713"/>
                </a:lnTo>
                <a:lnTo>
                  <a:pt x="259" y="692"/>
                </a:lnTo>
                <a:lnTo>
                  <a:pt x="274" y="672"/>
                </a:lnTo>
                <a:lnTo>
                  <a:pt x="291" y="650"/>
                </a:lnTo>
                <a:lnTo>
                  <a:pt x="311" y="628"/>
                </a:lnTo>
                <a:lnTo>
                  <a:pt x="332" y="606"/>
                </a:lnTo>
                <a:lnTo>
                  <a:pt x="353" y="582"/>
                </a:lnTo>
                <a:lnTo>
                  <a:pt x="375" y="559"/>
                </a:lnTo>
                <a:lnTo>
                  <a:pt x="397" y="533"/>
                </a:lnTo>
                <a:lnTo>
                  <a:pt x="418" y="506"/>
                </a:lnTo>
                <a:lnTo>
                  <a:pt x="437" y="477"/>
                </a:lnTo>
                <a:lnTo>
                  <a:pt x="454" y="446"/>
                </a:lnTo>
                <a:lnTo>
                  <a:pt x="468" y="413"/>
                </a:lnTo>
                <a:lnTo>
                  <a:pt x="479" y="376"/>
                </a:lnTo>
                <a:lnTo>
                  <a:pt x="486" y="338"/>
                </a:lnTo>
                <a:lnTo>
                  <a:pt x="488" y="298"/>
                </a:lnTo>
                <a:lnTo>
                  <a:pt x="486" y="261"/>
                </a:lnTo>
                <a:lnTo>
                  <a:pt x="481" y="229"/>
                </a:lnTo>
                <a:lnTo>
                  <a:pt x="471" y="199"/>
                </a:lnTo>
                <a:lnTo>
                  <a:pt x="458" y="174"/>
                </a:lnTo>
                <a:lnTo>
                  <a:pt x="440" y="152"/>
                </a:lnTo>
                <a:lnTo>
                  <a:pt x="420" y="134"/>
                </a:lnTo>
                <a:lnTo>
                  <a:pt x="395" y="119"/>
                </a:lnTo>
                <a:lnTo>
                  <a:pt x="367" y="109"/>
                </a:lnTo>
                <a:lnTo>
                  <a:pt x="335" y="103"/>
                </a:lnTo>
                <a:lnTo>
                  <a:pt x="299" y="101"/>
                </a:lnTo>
                <a:close/>
                <a:moveTo>
                  <a:pt x="284" y="0"/>
                </a:moveTo>
                <a:lnTo>
                  <a:pt x="288" y="0"/>
                </a:lnTo>
                <a:lnTo>
                  <a:pt x="290" y="0"/>
                </a:lnTo>
                <a:lnTo>
                  <a:pt x="334" y="2"/>
                </a:lnTo>
                <a:lnTo>
                  <a:pt x="373" y="6"/>
                </a:lnTo>
                <a:lnTo>
                  <a:pt x="409" y="15"/>
                </a:lnTo>
                <a:lnTo>
                  <a:pt x="440" y="25"/>
                </a:lnTo>
                <a:lnTo>
                  <a:pt x="468" y="36"/>
                </a:lnTo>
                <a:lnTo>
                  <a:pt x="493" y="51"/>
                </a:lnTo>
                <a:lnTo>
                  <a:pt x="515" y="66"/>
                </a:lnTo>
                <a:lnTo>
                  <a:pt x="533" y="83"/>
                </a:lnTo>
                <a:lnTo>
                  <a:pt x="548" y="101"/>
                </a:lnTo>
                <a:lnTo>
                  <a:pt x="562" y="119"/>
                </a:lnTo>
                <a:lnTo>
                  <a:pt x="572" y="138"/>
                </a:lnTo>
                <a:lnTo>
                  <a:pt x="580" y="157"/>
                </a:lnTo>
                <a:lnTo>
                  <a:pt x="587" y="174"/>
                </a:lnTo>
                <a:lnTo>
                  <a:pt x="593" y="192"/>
                </a:lnTo>
                <a:lnTo>
                  <a:pt x="596" y="208"/>
                </a:lnTo>
                <a:lnTo>
                  <a:pt x="599" y="224"/>
                </a:lnTo>
                <a:lnTo>
                  <a:pt x="600" y="238"/>
                </a:lnTo>
                <a:lnTo>
                  <a:pt x="601" y="250"/>
                </a:lnTo>
                <a:lnTo>
                  <a:pt x="601" y="260"/>
                </a:lnTo>
                <a:lnTo>
                  <a:pt x="601" y="267"/>
                </a:lnTo>
                <a:lnTo>
                  <a:pt x="601" y="273"/>
                </a:lnTo>
                <a:lnTo>
                  <a:pt x="600" y="274"/>
                </a:lnTo>
                <a:lnTo>
                  <a:pt x="600" y="275"/>
                </a:lnTo>
                <a:lnTo>
                  <a:pt x="734" y="275"/>
                </a:lnTo>
                <a:lnTo>
                  <a:pt x="734" y="980"/>
                </a:lnTo>
                <a:lnTo>
                  <a:pt x="572" y="980"/>
                </a:lnTo>
                <a:lnTo>
                  <a:pt x="162" y="984"/>
                </a:lnTo>
                <a:lnTo>
                  <a:pt x="131" y="983"/>
                </a:lnTo>
                <a:lnTo>
                  <a:pt x="104" y="978"/>
                </a:lnTo>
                <a:lnTo>
                  <a:pt x="81" y="973"/>
                </a:lnTo>
                <a:lnTo>
                  <a:pt x="61" y="966"/>
                </a:lnTo>
                <a:lnTo>
                  <a:pt x="46" y="958"/>
                </a:lnTo>
                <a:lnTo>
                  <a:pt x="33" y="949"/>
                </a:lnTo>
                <a:lnTo>
                  <a:pt x="24" y="940"/>
                </a:lnTo>
                <a:lnTo>
                  <a:pt x="17" y="931"/>
                </a:lnTo>
                <a:lnTo>
                  <a:pt x="11" y="921"/>
                </a:lnTo>
                <a:lnTo>
                  <a:pt x="7" y="913"/>
                </a:lnTo>
                <a:lnTo>
                  <a:pt x="5" y="906"/>
                </a:lnTo>
                <a:lnTo>
                  <a:pt x="4" y="901"/>
                </a:lnTo>
                <a:lnTo>
                  <a:pt x="4" y="896"/>
                </a:lnTo>
                <a:lnTo>
                  <a:pt x="3" y="895"/>
                </a:lnTo>
                <a:lnTo>
                  <a:pt x="3" y="728"/>
                </a:lnTo>
                <a:lnTo>
                  <a:pt x="5" y="700"/>
                </a:lnTo>
                <a:lnTo>
                  <a:pt x="9" y="673"/>
                </a:lnTo>
                <a:lnTo>
                  <a:pt x="16" y="648"/>
                </a:lnTo>
                <a:lnTo>
                  <a:pt x="24" y="623"/>
                </a:lnTo>
                <a:lnTo>
                  <a:pt x="33" y="600"/>
                </a:lnTo>
                <a:lnTo>
                  <a:pt x="44" y="579"/>
                </a:lnTo>
                <a:lnTo>
                  <a:pt x="53" y="562"/>
                </a:lnTo>
                <a:lnTo>
                  <a:pt x="62" y="545"/>
                </a:lnTo>
                <a:lnTo>
                  <a:pt x="70" y="533"/>
                </a:lnTo>
                <a:lnTo>
                  <a:pt x="77" y="523"/>
                </a:lnTo>
                <a:lnTo>
                  <a:pt x="81" y="517"/>
                </a:lnTo>
                <a:lnTo>
                  <a:pt x="83" y="515"/>
                </a:lnTo>
                <a:lnTo>
                  <a:pt x="61" y="506"/>
                </a:lnTo>
                <a:lnTo>
                  <a:pt x="45" y="494"/>
                </a:lnTo>
                <a:lnTo>
                  <a:pt x="31" y="481"/>
                </a:lnTo>
                <a:lnTo>
                  <a:pt x="21" y="467"/>
                </a:lnTo>
                <a:lnTo>
                  <a:pt x="13" y="454"/>
                </a:lnTo>
                <a:lnTo>
                  <a:pt x="9" y="443"/>
                </a:lnTo>
                <a:lnTo>
                  <a:pt x="6" y="432"/>
                </a:lnTo>
                <a:lnTo>
                  <a:pt x="4" y="426"/>
                </a:lnTo>
                <a:lnTo>
                  <a:pt x="4" y="424"/>
                </a:lnTo>
                <a:lnTo>
                  <a:pt x="0" y="372"/>
                </a:lnTo>
                <a:lnTo>
                  <a:pt x="0" y="325"/>
                </a:lnTo>
                <a:lnTo>
                  <a:pt x="3" y="282"/>
                </a:lnTo>
                <a:lnTo>
                  <a:pt x="8" y="243"/>
                </a:lnTo>
                <a:lnTo>
                  <a:pt x="17" y="207"/>
                </a:lnTo>
                <a:lnTo>
                  <a:pt x="27" y="176"/>
                </a:lnTo>
                <a:lnTo>
                  <a:pt x="39" y="148"/>
                </a:lnTo>
                <a:lnTo>
                  <a:pt x="54" y="122"/>
                </a:lnTo>
                <a:lnTo>
                  <a:pt x="69" y="101"/>
                </a:lnTo>
                <a:lnTo>
                  <a:pt x="86" y="81"/>
                </a:lnTo>
                <a:lnTo>
                  <a:pt x="103" y="64"/>
                </a:lnTo>
                <a:lnTo>
                  <a:pt x="121" y="51"/>
                </a:lnTo>
                <a:lnTo>
                  <a:pt x="140" y="38"/>
                </a:lnTo>
                <a:lnTo>
                  <a:pt x="159" y="28"/>
                </a:lnTo>
                <a:lnTo>
                  <a:pt x="176" y="21"/>
                </a:lnTo>
                <a:lnTo>
                  <a:pt x="195" y="14"/>
                </a:lnTo>
                <a:lnTo>
                  <a:pt x="211" y="9"/>
                </a:lnTo>
                <a:lnTo>
                  <a:pt x="228" y="5"/>
                </a:lnTo>
                <a:lnTo>
                  <a:pt x="242" y="3"/>
                </a:lnTo>
                <a:lnTo>
                  <a:pt x="256" y="1"/>
                </a:lnTo>
                <a:lnTo>
                  <a:pt x="267" y="0"/>
                </a:lnTo>
                <a:lnTo>
                  <a:pt x="277" y="0"/>
                </a:lnTo>
                <a:lnTo>
                  <a:pt x="28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53"/>
          <p:cNvSpPr txBox="1"/>
          <p:nvPr/>
        </p:nvSpPr>
        <p:spPr>
          <a:xfrm>
            <a:off x="4710064" y="2084911"/>
            <a:ext cx="3192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sz="1400" kern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generals</a:t>
            </a:r>
          </a:p>
          <a:p>
            <a:pPr marL="342900" indent="-342900">
              <a:buAutoNum type="arabicPeriod"/>
            </a:pPr>
            <a:r>
              <a:rPr lang="en-US" sz="1400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kern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alificaciones</a:t>
            </a:r>
            <a:endParaRPr lang="en-US" sz="1400" kern="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400" kern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Reinscripción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54"/>
          <p:cNvSpPr txBox="1"/>
          <p:nvPr/>
        </p:nvSpPr>
        <p:spPr>
          <a:xfrm>
            <a:off x="4710065" y="1710265"/>
            <a:ext cx="2544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Portal de </a:t>
            </a:r>
            <a:r>
              <a:rPr lang="en-US" sz="20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Alumnos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57"/>
          <p:cNvSpPr txBox="1"/>
          <p:nvPr/>
        </p:nvSpPr>
        <p:spPr>
          <a:xfrm>
            <a:off x="4710065" y="4722697"/>
            <a:ext cx="2514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sz="1400" kern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Captura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kern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calificaciones</a:t>
            </a:r>
            <a:endParaRPr lang="en-US" sz="1400" kern="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400" kern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Asistencia</a:t>
            </a:r>
            <a:endParaRPr lang="en-US" sz="1400" kern="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400" kern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Listado</a:t>
            </a:r>
            <a:r>
              <a:rPr lang="en-US" sz="1400" kern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kern="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alumnos</a:t>
            </a:r>
            <a:endParaRPr lang="en-US" sz="1400" kern="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58"/>
          <p:cNvSpPr txBox="1"/>
          <p:nvPr/>
        </p:nvSpPr>
        <p:spPr>
          <a:xfrm>
            <a:off x="4710065" y="4361699"/>
            <a:ext cx="2536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Portal de </a:t>
            </a:r>
            <a:r>
              <a:rPr lang="en-US" sz="20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Profesores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63"/>
          <p:cNvGrpSpPr/>
          <p:nvPr/>
        </p:nvGrpSpPr>
        <p:grpSpPr>
          <a:xfrm>
            <a:off x="8197906" y="2044223"/>
            <a:ext cx="650753" cy="714990"/>
            <a:chOff x="2171700" y="1574800"/>
            <a:chExt cx="739776" cy="812800"/>
          </a:xfrm>
          <a:solidFill>
            <a:schemeClr val="bg1"/>
          </a:solidFill>
        </p:grpSpPr>
        <p:sp>
          <p:nvSpPr>
            <p:cNvPr id="38" name="Freeform 33"/>
            <p:cNvSpPr>
              <a:spLocks noEditPoints="1"/>
            </p:cNvSpPr>
            <p:nvPr/>
          </p:nvSpPr>
          <p:spPr bwMode="auto">
            <a:xfrm>
              <a:off x="2292350" y="1700213"/>
              <a:ext cx="498475" cy="687387"/>
            </a:xfrm>
            <a:custGeom>
              <a:avLst/>
              <a:gdLst>
                <a:gd name="T0" fmla="*/ 813 w 2197"/>
                <a:gd name="T1" fmla="*/ 324 h 3032"/>
                <a:gd name="T2" fmla="*/ 519 w 2197"/>
                <a:gd name="T3" fmla="*/ 505 h 3032"/>
                <a:gd name="T4" fmla="*/ 329 w 2197"/>
                <a:gd name="T5" fmla="*/ 783 h 3032"/>
                <a:gd name="T6" fmla="*/ 281 w 2197"/>
                <a:gd name="T7" fmla="*/ 1120 h 3032"/>
                <a:gd name="T8" fmla="*/ 340 w 2197"/>
                <a:gd name="T9" fmla="*/ 1390 h 3032"/>
                <a:gd name="T10" fmla="*/ 449 w 2197"/>
                <a:gd name="T11" fmla="*/ 1594 h 3032"/>
                <a:gd name="T12" fmla="*/ 575 w 2197"/>
                <a:gd name="T13" fmla="*/ 1783 h 3032"/>
                <a:gd name="T14" fmla="*/ 653 w 2197"/>
                <a:gd name="T15" fmla="*/ 1996 h 3032"/>
                <a:gd name="T16" fmla="*/ 700 w 2197"/>
                <a:gd name="T17" fmla="*/ 2142 h 3032"/>
                <a:gd name="T18" fmla="*/ 1457 w 2197"/>
                <a:gd name="T19" fmla="*/ 2178 h 3032"/>
                <a:gd name="T20" fmla="*/ 1539 w 2197"/>
                <a:gd name="T21" fmla="*/ 2071 h 3032"/>
                <a:gd name="T22" fmla="*/ 1581 w 2197"/>
                <a:gd name="T23" fmla="*/ 1864 h 3032"/>
                <a:gd name="T24" fmla="*/ 1700 w 2197"/>
                <a:gd name="T25" fmla="*/ 1666 h 3032"/>
                <a:gd name="T26" fmla="*/ 1817 w 2197"/>
                <a:gd name="T27" fmla="*/ 1478 h 3032"/>
                <a:gd name="T28" fmla="*/ 1902 w 2197"/>
                <a:gd name="T29" fmla="*/ 1238 h 3032"/>
                <a:gd name="T30" fmla="*/ 1907 w 2197"/>
                <a:gd name="T31" fmla="*/ 915 h 3032"/>
                <a:gd name="T32" fmla="*/ 1769 w 2197"/>
                <a:gd name="T33" fmla="*/ 606 h 3032"/>
                <a:gd name="T34" fmla="*/ 1513 w 2197"/>
                <a:gd name="T35" fmla="*/ 382 h 3032"/>
                <a:gd name="T36" fmla="*/ 1174 w 2197"/>
                <a:gd name="T37" fmla="*/ 279 h 3032"/>
                <a:gd name="T38" fmla="*/ 1362 w 2197"/>
                <a:gd name="T39" fmla="*/ 32 h 3032"/>
                <a:gd name="T40" fmla="*/ 1747 w 2197"/>
                <a:gd name="T41" fmla="*/ 204 h 3032"/>
                <a:gd name="T42" fmla="*/ 2033 w 2197"/>
                <a:gd name="T43" fmla="*/ 499 h 3032"/>
                <a:gd name="T44" fmla="*/ 2182 w 2197"/>
                <a:gd name="T45" fmla="*/ 883 h 3032"/>
                <a:gd name="T46" fmla="*/ 2180 w 2197"/>
                <a:gd name="T47" fmla="*/ 1263 h 3032"/>
                <a:gd name="T48" fmla="*/ 2095 w 2197"/>
                <a:gd name="T49" fmla="*/ 1542 h 3032"/>
                <a:gd name="T50" fmla="*/ 1977 w 2197"/>
                <a:gd name="T51" fmla="*/ 1752 h 3032"/>
                <a:gd name="T52" fmla="*/ 1857 w 2197"/>
                <a:gd name="T53" fmla="*/ 1933 h 3032"/>
                <a:gd name="T54" fmla="*/ 1816 w 2197"/>
                <a:gd name="T55" fmla="*/ 2095 h 3032"/>
                <a:gd name="T56" fmla="*/ 1702 w 2197"/>
                <a:gd name="T57" fmla="*/ 2328 h 3032"/>
                <a:gd name="T58" fmla="*/ 1611 w 2197"/>
                <a:gd name="T59" fmla="*/ 2485 h 3032"/>
                <a:gd name="T60" fmla="*/ 1603 w 2197"/>
                <a:gd name="T61" fmla="*/ 2631 h 3032"/>
                <a:gd name="T62" fmla="*/ 1599 w 2197"/>
                <a:gd name="T63" fmla="*/ 2699 h 3032"/>
                <a:gd name="T64" fmla="*/ 1566 w 2197"/>
                <a:gd name="T65" fmla="*/ 2789 h 3032"/>
                <a:gd name="T66" fmla="*/ 1452 w 2197"/>
                <a:gd name="T67" fmla="*/ 2888 h 3032"/>
                <a:gd name="T68" fmla="*/ 1283 w 2197"/>
                <a:gd name="T69" fmla="*/ 3010 h 3032"/>
                <a:gd name="T70" fmla="*/ 965 w 2197"/>
                <a:gd name="T71" fmla="*/ 3030 h 3032"/>
                <a:gd name="T72" fmla="*/ 825 w 2197"/>
                <a:gd name="T73" fmla="*/ 2922 h 3032"/>
                <a:gd name="T74" fmla="*/ 657 w 2197"/>
                <a:gd name="T75" fmla="*/ 2823 h 3032"/>
                <a:gd name="T76" fmla="*/ 602 w 2197"/>
                <a:gd name="T77" fmla="*/ 2718 h 3032"/>
                <a:gd name="T78" fmla="*/ 597 w 2197"/>
                <a:gd name="T79" fmla="*/ 2671 h 3032"/>
                <a:gd name="T80" fmla="*/ 590 w 2197"/>
                <a:gd name="T81" fmla="*/ 2546 h 3032"/>
                <a:gd name="T82" fmla="*/ 582 w 2197"/>
                <a:gd name="T83" fmla="*/ 2406 h 3032"/>
                <a:gd name="T84" fmla="*/ 408 w 2197"/>
                <a:gd name="T85" fmla="*/ 2193 h 3032"/>
                <a:gd name="T86" fmla="*/ 368 w 2197"/>
                <a:gd name="T87" fmla="*/ 1991 h 3032"/>
                <a:gd name="T88" fmla="*/ 268 w 2197"/>
                <a:gd name="T89" fmla="*/ 1821 h 3032"/>
                <a:gd name="T90" fmla="*/ 149 w 2197"/>
                <a:gd name="T91" fmla="*/ 1633 h 3032"/>
                <a:gd name="T92" fmla="*/ 45 w 2197"/>
                <a:gd name="T93" fmla="*/ 1384 h 3032"/>
                <a:gd name="T94" fmla="*/ 0 w 2197"/>
                <a:gd name="T95" fmla="*/ 1054 h 3032"/>
                <a:gd name="T96" fmla="*/ 87 w 2197"/>
                <a:gd name="T97" fmla="*/ 644 h 3032"/>
                <a:gd name="T98" fmla="*/ 323 w 2197"/>
                <a:gd name="T99" fmla="*/ 310 h 3032"/>
                <a:gd name="T100" fmla="*/ 672 w 2197"/>
                <a:gd name="T101" fmla="*/ 83 h 3032"/>
                <a:gd name="T102" fmla="*/ 1099 w 2197"/>
                <a:gd name="T103" fmla="*/ 0 h 3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97" h="3032">
                  <a:moveTo>
                    <a:pt x="1099" y="276"/>
                  </a:moveTo>
                  <a:lnTo>
                    <a:pt x="1024" y="279"/>
                  </a:lnTo>
                  <a:lnTo>
                    <a:pt x="951" y="288"/>
                  </a:lnTo>
                  <a:lnTo>
                    <a:pt x="881" y="304"/>
                  </a:lnTo>
                  <a:lnTo>
                    <a:pt x="813" y="324"/>
                  </a:lnTo>
                  <a:lnTo>
                    <a:pt x="747" y="352"/>
                  </a:lnTo>
                  <a:lnTo>
                    <a:pt x="685" y="383"/>
                  </a:lnTo>
                  <a:lnTo>
                    <a:pt x="626" y="419"/>
                  </a:lnTo>
                  <a:lnTo>
                    <a:pt x="571" y="460"/>
                  </a:lnTo>
                  <a:lnTo>
                    <a:pt x="519" y="505"/>
                  </a:lnTo>
                  <a:lnTo>
                    <a:pt x="471" y="553"/>
                  </a:lnTo>
                  <a:lnTo>
                    <a:pt x="429" y="606"/>
                  </a:lnTo>
                  <a:lnTo>
                    <a:pt x="391" y="662"/>
                  </a:lnTo>
                  <a:lnTo>
                    <a:pt x="358" y="721"/>
                  </a:lnTo>
                  <a:lnTo>
                    <a:pt x="329" y="783"/>
                  </a:lnTo>
                  <a:lnTo>
                    <a:pt x="308" y="848"/>
                  </a:lnTo>
                  <a:lnTo>
                    <a:pt x="292" y="915"/>
                  </a:lnTo>
                  <a:lnTo>
                    <a:pt x="282" y="983"/>
                  </a:lnTo>
                  <a:lnTo>
                    <a:pt x="278" y="1054"/>
                  </a:lnTo>
                  <a:lnTo>
                    <a:pt x="281" y="1120"/>
                  </a:lnTo>
                  <a:lnTo>
                    <a:pt x="286" y="1181"/>
                  </a:lnTo>
                  <a:lnTo>
                    <a:pt x="295" y="1238"/>
                  </a:lnTo>
                  <a:lnTo>
                    <a:pt x="308" y="1292"/>
                  </a:lnTo>
                  <a:lnTo>
                    <a:pt x="323" y="1343"/>
                  </a:lnTo>
                  <a:lnTo>
                    <a:pt x="340" y="1390"/>
                  </a:lnTo>
                  <a:lnTo>
                    <a:pt x="359" y="1435"/>
                  </a:lnTo>
                  <a:lnTo>
                    <a:pt x="380" y="1478"/>
                  </a:lnTo>
                  <a:lnTo>
                    <a:pt x="402" y="1518"/>
                  </a:lnTo>
                  <a:lnTo>
                    <a:pt x="426" y="1557"/>
                  </a:lnTo>
                  <a:lnTo>
                    <a:pt x="449" y="1594"/>
                  </a:lnTo>
                  <a:lnTo>
                    <a:pt x="474" y="1630"/>
                  </a:lnTo>
                  <a:lnTo>
                    <a:pt x="496" y="1665"/>
                  </a:lnTo>
                  <a:lnTo>
                    <a:pt x="523" y="1704"/>
                  </a:lnTo>
                  <a:lnTo>
                    <a:pt x="550" y="1744"/>
                  </a:lnTo>
                  <a:lnTo>
                    <a:pt x="575" y="1783"/>
                  </a:lnTo>
                  <a:lnTo>
                    <a:pt x="597" y="1823"/>
                  </a:lnTo>
                  <a:lnTo>
                    <a:pt x="617" y="1864"/>
                  </a:lnTo>
                  <a:lnTo>
                    <a:pt x="632" y="1906"/>
                  </a:lnTo>
                  <a:lnTo>
                    <a:pt x="645" y="1950"/>
                  </a:lnTo>
                  <a:lnTo>
                    <a:pt x="653" y="1996"/>
                  </a:lnTo>
                  <a:lnTo>
                    <a:pt x="655" y="2044"/>
                  </a:lnTo>
                  <a:lnTo>
                    <a:pt x="658" y="2071"/>
                  </a:lnTo>
                  <a:lnTo>
                    <a:pt x="669" y="2097"/>
                  </a:lnTo>
                  <a:lnTo>
                    <a:pt x="682" y="2121"/>
                  </a:lnTo>
                  <a:lnTo>
                    <a:pt x="700" y="2142"/>
                  </a:lnTo>
                  <a:lnTo>
                    <a:pt x="720" y="2162"/>
                  </a:lnTo>
                  <a:lnTo>
                    <a:pt x="740" y="2178"/>
                  </a:lnTo>
                  <a:lnTo>
                    <a:pt x="759" y="2193"/>
                  </a:lnTo>
                  <a:lnTo>
                    <a:pt x="1438" y="2193"/>
                  </a:lnTo>
                  <a:lnTo>
                    <a:pt x="1457" y="2178"/>
                  </a:lnTo>
                  <a:lnTo>
                    <a:pt x="1478" y="2162"/>
                  </a:lnTo>
                  <a:lnTo>
                    <a:pt x="1498" y="2142"/>
                  </a:lnTo>
                  <a:lnTo>
                    <a:pt x="1515" y="2121"/>
                  </a:lnTo>
                  <a:lnTo>
                    <a:pt x="1529" y="2097"/>
                  </a:lnTo>
                  <a:lnTo>
                    <a:pt x="1539" y="2071"/>
                  </a:lnTo>
                  <a:lnTo>
                    <a:pt x="1542" y="2044"/>
                  </a:lnTo>
                  <a:lnTo>
                    <a:pt x="1545" y="1996"/>
                  </a:lnTo>
                  <a:lnTo>
                    <a:pt x="1553" y="1950"/>
                  </a:lnTo>
                  <a:lnTo>
                    <a:pt x="1565" y="1906"/>
                  </a:lnTo>
                  <a:lnTo>
                    <a:pt x="1581" y="1864"/>
                  </a:lnTo>
                  <a:lnTo>
                    <a:pt x="1600" y="1824"/>
                  </a:lnTo>
                  <a:lnTo>
                    <a:pt x="1623" y="1783"/>
                  </a:lnTo>
                  <a:lnTo>
                    <a:pt x="1647" y="1744"/>
                  </a:lnTo>
                  <a:lnTo>
                    <a:pt x="1673" y="1705"/>
                  </a:lnTo>
                  <a:lnTo>
                    <a:pt x="1700" y="1666"/>
                  </a:lnTo>
                  <a:lnTo>
                    <a:pt x="1724" y="1631"/>
                  </a:lnTo>
                  <a:lnTo>
                    <a:pt x="1748" y="1595"/>
                  </a:lnTo>
                  <a:lnTo>
                    <a:pt x="1772" y="1558"/>
                  </a:lnTo>
                  <a:lnTo>
                    <a:pt x="1796" y="1518"/>
                  </a:lnTo>
                  <a:lnTo>
                    <a:pt x="1817" y="1478"/>
                  </a:lnTo>
                  <a:lnTo>
                    <a:pt x="1839" y="1435"/>
                  </a:lnTo>
                  <a:lnTo>
                    <a:pt x="1858" y="1390"/>
                  </a:lnTo>
                  <a:lnTo>
                    <a:pt x="1875" y="1343"/>
                  </a:lnTo>
                  <a:lnTo>
                    <a:pt x="1890" y="1292"/>
                  </a:lnTo>
                  <a:lnTo>
                    <a:pt x="1902" y="1238"/>
                  </a:lnTo>
                  <a:lnTo>
                    <a:pt x="1911" y="1181"/>
                  </a:lnTo>
                  <a:lnTo>
                    <a:pt x="1917" y="1120"/>
                  </a:lnTo>
                  <a:lnTo>
                    <a:pt x="1919" y="1054"/>
                  </a:lnTo>
                  <a:lnTo>
                    <a:pt x="1916" y="983"/>
                  </a:lnTo>
                  <a:lnTo>
                    <a:pt x="1907" y="915"/>
                  </a:lnTo>
                  <a:lnTo>
                    <a:pt x="1890" y="847"/>
                  </a:lnTo>
                  <a:lnTo>
                    <a:pt x="1868" y="783"/>
                  </a:lnTo>
                  <a:lnTo>
                    <a:pt x="1841" y="721"/>
                  </a:lnTo>
                  <a:lnTo>
                    <a:pt x="1807" y="661"/>
                  </a:lnTo>
                  <a:lnTo>
                    <a:pt x="1769" y="606"/>
                  </a:lnTo>
                  <a:lnTo>
                    <a:pt x="1726" y="553"/>
                  </a:lnTo>
                  <a:lnTo>
                    <a:pt x="1679" y="505"/>
                  </a:lnTo>
                  <a:lnTo>
                    <a:pt x="1628" y="460"/>
                  </a:lnTo>
                  <a:lnTo>
                    <a:pt x="1572" y="418"/>
                  </a:lnTo>
                  <a:lnTo>
                    <a:pt x="1513" y="382"/>
                  </a:lnTo>
                  <a:lnTo>
                    <a:pt x="1451" y="352"/>
                  </a:lnTo>
                  <a:lnTo>
                    <a:pt x="1385" y="324"/>
                  </a:lnTo>
                  <a:lnTo>
                    <a:pt x="1317" y="304"/>
                  </a:lnTo>
                  <a:lnTo>
                    <a:pt x="1246" y="288"/>
                  </a:lnTo>
                  <a:lnTo>
                    <a:pt x="1174" y="279"/>
                  </a:lnTo>
                  <a:lnTo>
                    <a:pt x="1099" y="276"/>
                  </a:lnTo>
                  <a:close/>
                  <a:moveTo>
                    <a:pt x="1099" y="0"/>
                  </a:moveTo>
                  <a:lnTo>
                    <a:pt x="1188" y="3"/>
                  </a:lnTo>
                  <a:lnTo>
                    <a:pt x="1277" y="15"/>
                  </a:lnTo>
                  <a:lnTo>
                    <a:pt x="1362" y="32"/>
                  </a:lnTo>
                  <a:lnTo>
                    <a:pt x="1446" y="54"/>
                  </a:lnTo>
                  <a:lnTo>
                    <a:pt x="1525" y="83"/>
                  </a:lnTo>
                  <a:lnTo>
                    <a:pt x="1603" y="118"/>
                  </a:lnTo>
                  <a:lnTo>
                    <a:pt x="1676" y="159"/>
                  </a:lnTo>
                  <a:lnTo>
                    <a:pt x="1747" y="204"/>
                  </a:lnTo>
                  <a:lnTo>
                    <a:pt x="1813" y="255"/>
                  </a:lnTo>
                  <a:lnTo>
                    <a:pt x="1875" y="310"/>
                  </a:lnTo>
                  <a:lnTo>
                    <a:pt x="1932" y="368"/>
                  </a:lnTo>
                  <a:lnTo>
                    <a:pt x="1985" y="433"/>
                  </a:lnTo>
                  <a:lnTo>
                    <a:pt x="2033" y="499"/>
                  </a:lnTo>
                  <a:lnTo>
                    <a:pt x="2075" y="570"/>
                  </a:lnTo>
                  <a:lnTo>
                    <a:pt x="2111" y="644"/>
                  </a:lnTo>
                  <a:lnTo>
                    <a:pt x="2140" y="722"/>
                  </a:lnTo>
                  <a:lnTo>
                    <a:pt x="2165" y="801"/>
                  </a:lnTo>
                  <a:lnTo>
                    <a:pt x="2182" y="883"/>
                  </a:lnTo>
                  <a:lnTo>
                    <a:pt x="2194" y="968"/>
                  </a:lnTo>
                  <a:lnTo>
                    <a:pt x="2197" y="1054"/>
                  </a:lnTo>
                  <a:lnTo>
                    <a:pt x="2195" y="1128"/>
                  </a:lnTo>
                  <a:lnTo>
                    <a:pt x="2189" y="1197"/>
                  </a:lnTo>
                  <a:lnTo>
                    <a:pt x="2180" y="1263"/>
                  </a:lnTo>
                  <a:lnTo>
                    <a:pt x="2168" y="1326"/>
                  </a:lnTo>
                  <a:lnTo>
                    <a:pt x="2153" y="1384"/>
                  </a:lnTo>
                  <a:lnTo>
                    <a:pt x="2136" y="1440"/>
                  </a:lnTo>
                  <a:lnTo>
                    <a:pt x="2116" y="1493"/>
                  </a:lnTo>
                  <a:lnTo>
                    <a:pt x="2095" y="1542"/>
                  </a:lnTo>
                  <a:lnTo>
                    <a:pt x="2072" y="1588"/>
                  </a:lnTo>
                  <a:lnTo>
                    <a:pt x="2050" y="1632"/>
                  </a:lnTo>
                  <a:lnTo>
                    <a:pt x="2025" y="1675"/>
                  </a:lnTo>
                  <a:lnTo>
                    <a:pt x="2001" y="1714"/>
                  </a:lnTo>
                  <a:lnTo>
                    <a:pt x="1977" y="1752"/>
                  </a:lnTo>
                  <a:lnTo>
                    <a:pt x="1953" y="1787"/>
                  </a:lnTo>
                  <a:lnTo>
                    <a:pt x="1929" y="1820"/>
                  </a:lnTo>
                  <a:lnTo>
                    <a:pt x="1902" y="1862"/>
                  </a:lnTo>
                  <a:lnTo>
                    <a:pt x="1877" y="1899"/>
                  </a:lnTo>
                  <a:lnTo>
                    <a:pt x="1857" y="1933"/>
                  </a:lnTo>
                  <a:lnTo>
                    <a:pt x="1841" y="1963"/>
                  </a:lnTo>
                  <a:lnTo>
                    <a:pt x="1830" y="1991"/>
                  </a:lnTo>
                  <a:lnTo>
                    <a:pt x="1822" y="2019"/>
                  </a:lnTo>
                  <a:lnTo>
                    <a:pt x="1819" y="2044"/>
                  </a:lnTo>
                  <a:lnTo>
                    <a:pt x="1816" y="2095"/>
                  </a:lnTo>
                  <a:lnTo>
                    <a:pt x="1806" y="2145"/>
                  </a:lnTo>
                  <a:lnTo>
                    <a:pt x="1790" y="2193"/>
                  </a:lnTo>
                  <a:lnTo>
                    <a:pt x="1766" y="2240"/>
                  </a:lnTo>
                  <a:lnTo>
                    <a:pt x="1738" y="2285"/>
                  </a:lnTo>
                  <a:lnTo>
                    <a:pt x="1702" y="2328"/>
                  </a:lnTo>
                  <a:lnTo>
                    <a:pt x="1662" y="2369"/>
                  </a:lnTo>
                  <a:lnTo>
                    <a:pt x="1615" y="2406"/>
                  </a:lnTo>
                  <a:lnTo>
                    <a:pt x="1614" y="2429"/>
                  </a:lnTo>
                  <a:lnTo>
                    <a:pt x="1613" y="2456"/>
                  </a:lnTo>
                  <a:lnTo>
                    <a:pt x="1611" y="2485"/>
                  </a:lnTo>
                  <a:lnTo>
                    <a:pt x="1609" y="2515"/>
                  </a:lnTo>
                  <a:lnTo>
                    <a:pt x="1607" y="2546"/>
                  </a:lnTo>
                  <a:lnTo>
                    <a:pt x="1606" y="2576"/>
                  </a:lnTo>
                  <a:lnTo>
                    <a:pt x="1604" y="2605"/>
                  </a:lnTo>
                  <a:lnTo>
                    <a:pt x="1603" y="2631"/>
                  </a:lnTo>
                  <a:lnTo>
                    <a:pt x="1601" y="2653"/>
                  </a:lnTo>
                  <a:lnTo>
                    <a:pt x="1600" y="2671"/>
                  </a:lnTo>
                  <a:lnTo>
                    <a:pt x="1600" y="2682"/>
                  </a:lnTo>
                  <a:lnTo>
                    <a:pt x="1599" y="2685"/>
                  </a:lnTo>
                  <a:lnTo>
                    <a:pt x="1599" y="2699"/>
                  </a:lnTo>
                  <a:lnTo>
                    <a:pt x="1597" y="2715"/>
                  </a:lnTo>
                  <a:lnTo>
                    <a:pt x="1592" y="2732"/>
                  </a:lnTo>
                  <a:lnTo>
                    <a:pt x="1587" y="2750"/>
                  </a:lnTo>
                  <a:lnTo>
                    <a:pt x="1578" y="2770"/>
                  </a:lnTo>
                  <a:lnTo>
                    <a:pt x="1566" y="2789"/>
                  </a:lnTo>
                  <a:lnTo>
                    <a:pt x="1552" y="2809"/>
                  </a:lnTo>
                  <a:lnTo>
                    <a:pt x="1533" y="2831"/>
                  </a:lnTo>
                  <a:lnTo>
                    <a:pt x="1511" y="2850"/>
                  </a:lnTo>
                  <a:lnTo>
                    <a:pt x="1483" y="2870"/>
                  </a:lnTo>
                  <a:lnTo>
                    <a:pt x="1452" y="2888"/>
                  </a:lnTo>
                  <a:lnTo>
                    <a:pt x="1415" y="2906"/>
                  </a:lnTo>
                  <a:lnTo>
                    <a:pt x="1372" y="2922"/>
                  </a:lnTo>
                  <a:lnTo>
                    <a:pt x="1347" y="2953"/>
                  </a:lnTo>
                  <a:lnTo>
                    <a:pt x="1317" y="2983"/>
                  </a:lnTo>
                  <a:lnTo>
                    <a:pt x="1283" y="3010"/>
                  </a:lnTo>
                  <a:lnTo>
                    <a:pt x="1259" y="3022"/>
                  </a:lnTo>
                  <a:lnTo>
                    <a:pt x="1233" y="3030"/>
                  </a:lnTo>
                  <a:lnTo>
                    <a:pt x="1205" y="3032"/>
                  </a:lnTo>
                  <a:lnTo>
                    <a:pt x="992" y="3032"/>
                  </a:lnTo>
                  <a:lnTo>
                    <a:pt x="965" y="3030"/>
                  </a:lnTo>
                  <a:lnTo>
                    <a:pt x="939" y="3022"/>
                  </a:lnTo>
                  <a:lnTo>
                    <a:pt x="915" y="3010"/>
                  </a:lnTo>
                  <a:lnTo>
                    <a:pt x="881" y="2983"/>
                  </a:lnTo>
                  <a:lnTo>
                    <a:pt x="850" y="2953"/>
                  </a:lnTo>
                  <a:lnTo>
                    <a:pt x="825" y="2922"/>
                  </a:lnTo>
                  <a:lnTo>
                    <a:pt x="780" y="2904"/>
                  </a:lnTo>
                  <a:lnTo>
                    <a:pt x="741" y="2886"/>
                  </a:lnTo>
                  <a:lnTo>
                    <a:pt x="707" y="2866"/>
                  </a:lnTo>
                  <a:lnTo>
                    <a:pt x="680" y="2844"/>
                  </a:lnTo>
                  <a:lnTo>
                    <a:pt x="657" y="2823"/>
                  </a:lnTo>
                  <a:lnTo>
                    <a:pt x="639" y="2800"/>
                  </a:lnTo>
                  <a:lnTo>
                    <a:pt x="626" y="2779"/>
                  </a:lnTo>
                  <a:lnTo>
                    <a:pt x="614" y="2757"/>
                  </a:lnTo>
                  <a:lnTo>
                    <a:pt x="607" y="2737"/>
                  </a:lnTo>
                  <a:lnTo>
                    <a:pt x="602" y="2718"/>
                  </a:lnTo>
                  <a:lnTo>
                    <a:pt x="599" y="2701"/>
                  </a:lnTo>
                  <a:lnTo>
                    <a:pt x="598" y="2685"/>
                  </a:lnTo>
                  <a:lnTo>
                    <a:pt x="598" y="2685"/>
                  </a:lnTo>
                  <a:lnTo>
                    <a:pt x="598" y="2682"/>
                  </a:lnTo>
                  <a:lnTo>
                    <a:pt x="597" y="2671"/>
                  </a:lnTo>
                  <a:lnTo>
                    <a:pt x="596" y="2653"/>
                  </a:lnTo>
                  <a:lnTo>
                    <a:pt x="595" y="2631"/>
                  </a:lnTo>
                  <a:lnTo>
                    <a:pt x="594" y="2605"/>
                  </a:lnTo>
                  <a:lnTo>
                    <a:pt x="592" y="2576"/>
                  </a:lnTo>
                  <a:lnTo>
                    <a:pt x="590" y="2546"/>
                  </a:lnTo>
                  <a:lnTo>
                    <a:pt x="588" y="2515"/>
                  </a:lnTo>
                  <a:lnTo>
                    <a:pt x="587" y="2485"/>
                  </a:lnTo>
                  <a:lnTo>
                    <a:pt x="585" y="2456"/>
                  </a:lnTo>
                  <a:lnTo>
                    <a:pt x="584" y="2429"/>
                  </a:lnTo>
                  <a:lnTo>
                    <a:pt x="582" y="2406"/>
                  </a:lnTo>
                  <a:lnTo>
                    <a:pt x="536" y="2369"/>
                  </a:lnTo>
                  <a:lnTo>
                    <a:pt x="495" y="2328"/>
                  </a:lnTo>
                  <a:lnTo>
                    <a:pt x="460" y="2285"/>
                  </a:lnTo>
                  <a:lnTo>
                    <a:pt x="432" y="2240"/>
                  </a:lnTo>
                  <a:lnTo>
                    <a:pt x="408" y="2193"/>
                  </a:lnTo>
                  <a:lnTo>
                    <a:pt x="392" y="2145"/>
                  </a:lnTo>
                  <a:lnTo>
                    <a:pt x="382" y="2095"/>
                  </a:lnTo>
                  <a:lnTo>
                    <a:pt x="378" y="2044"/>
                  </a:lnTo>
                  <a:lnTo>
                    <a:pt x="376" y="2019"/>
                  </a:lnTo>
                  <a:lnTo>
                    <a:pt x="368" y="1991"/>
                  </a:lnTo>
                  <a:lnTo>
                    <a:pt x="357" y="1963"/>
                  </a:lnTo>
                  <a:lnTo>
                    <a:pt x="341" y="1933"/>
                  </a:lnTo>
                  <a:lnTo>
                    <a:pt x="320" y="1899"/>
                  </a:lnTo>
                  <a:lnTo>
                    <a:pt x="297" y="1862"/>
                  </a:lnTo>
                  <a:lnTo>
                    <a:pt x="268" y="1821"/>
                  </a:lnTo>
                  <a:lnTo>
                    <a:pt x="245" y="1788"/>
                  </a:lnTo>
                  <a:lnTo>
                    <a:pt x="222" y="1752"/>
                  </a:lnTo>
                  <a:lnTo>
                    <a:pt x="197" y="1714"/>
                  </a:lnTo>
                  <a:lnTo>
                    <a:pt x="173" y="1675"/>
                  </a:lnTo>
                  <a:lnTo>
                    <a:pt x="149" y="1633"/>
                  </a:lnTo>
                  <a:lnTo>
                    <a:pt x="125" y="1588"/>
                  </a:lnTo>
                  <a:lnTo>
                    <a:pt x="102" y="1542"/>
                  </a:lnTo>
                  <a:lnTo>
                    <a:pt x="82" y="1493"/>
                  </a:lnTo>
                  <a:lnTo>
                    <a:pt x="62" y="1440"/>
                  </a:lnTo>
                  <a:lnTo>
                    <a:pt x="45" y="1384"/>
                  </a:lnTo>
                  <a:lnTo>
                    <a:pt x="30" y="1326"/>
                  </a:lnTo>
                  <a:lnTo>
                    <a:pt x="17" y="1263"/>
                  </a:lnTo>
                  <a:lnTo>
                    <a:pt x="8" y="1197"/>
                  </a:lnTo>
                  <a:lnTo>
                    <a:pt x="3" y="1128"/>
                  </a:lnTo>
                  <a:lnTo>
                    <a:pt x="0" y="1054"/>
                  </a:lnTo>
                  <a:lnTo>
                    <a:pt x="4" y="968"/>
                  </a:lnTo>
                  <a:lnTo>
                    <a:pt x="15" y="883"/>
                  </a:lnTo>
                  <a:lnTo>
                    <a:pt x="32" y="801"/>
                  </a:lnTo>
                  <a:lnTo>
                    <a:pt x="57" y="722"/>
                  </a:lnTo>
                  <a:lnTo>
                    <a:pt x="87" y="644"/>
                  </a:lnTo>
                  <a:lnTo>
                    <a:pt x="123" y="570"/>
                  </a:lnTo>
                  <a:lnTo>
                    <a:pt x="165" y="499"/>
                  </a:lnTo>
                  <a:lnTo>
                    <a:pt x="213" y="433"/>
                  </a:lnTo>
                  <a:lnTo>
                    <a:pt x="266" y="368"/>
                  </a:lnTo>
                  <a:lnTo>
                    <a:pt x="323" y="310"/>
                  </a:lnTo>
                  <a:lnTo>
                    <a:pt x="385" y="255"/>
                  </a:lnTo>
                  <a:lnTo>
                    <a:pt x="451" y="204"/>
                  </a:lnTo>
                  <a:lnTo>
                    <a:pt x="521" y="159"/>
                  </a:lnTo>
                  <a:lnTo>
                    <a:pt x="595" y="118"/>
                  </a:lnTo>
                  <a:lnTo>
                    <a:pt x="672" y="83"/>
                  </a:lnTo>
                  <a:lnTo>
                    <a:pt x="753" y="54"/>
                  </a:lnTo>
                  <a:lnTo>
                    <a:pt x="836" y="32"/>
                  </a:lnTo>
                  <a:lnTo>
                    <a:pt x="921" y="15"/>
                  </a:lnTo>
                  <a:lnTo>
                    <a:pt x="1009" y="3"/>
                  </a:lnTo>
                  <a:lnTo>
                    <a:pt x="10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34"/>
            <p:cNvSpPr>
              <a:spLocks/>
            </p:cNvSpPr>
            <p:nvPr/>
          </p:nvSpPr>
          <p:spPr bwMode="auto">
            <a:xfrm>
              <a:off x="2525713" y="1574800"/>
              <a:ext cx="31750" cy="79375"/>
            </a:xfrm>
            <a:custGeom>
              <a:avLst/>
              <a:gdLst>
                <a:gd name="T0" fmla="*/ 69 w 138"/>
                <a:gd name="T1" fmla="*/ 0 h 344"/>
                <a:gd name="T2" fmla="*/ 69 w 138"/>
                <a:gd name="T3" fmla="*/ 0 h 344"/>
                <a:gd name="T4" fmla="*/ 87 w 138"/>
                <a:gd name="T5" fmla="*/ 3 h 344"/>
                <a:gd name="T6" fmla="*/ 104 w 138"/>
                <a:gd name="T7" fmla="*/ 9 h 344"/>
                <a:gd name="T8" fmla="*/ 118 w 138"/>
                <a:gd name="T9" fmla="*/ 21 h 344"/>
                <a:gd name="T10" fmla="*/ 129 w 138"/>
                <a:gd name="T11" fmla="*/ 34 h 344"/>
                <a:gd name="T12" fmla="*/ 136 w 138"/>
                <a:gd name="T13" fmla="*/ 51 h 344"/>
                <a:gd name="T14" fmla="*/ 138 w 138"/>
                <a:gd name="T15" fmla="*/ 69 h 344"/>
                <a:gd name="T16" fmla="*/ 138 w 138"/>
                <a:gd name="T17" fmla="*/ 275 h 344"/>
                <a:gd name="T18" fmla="*/ 136 w 138"/>
                <a:gd name="T19" fmla="*/ 294 h 344"/>
                <a:gd name="T20" fmla="*/ 129 w 138"/>
                <a:gd name="T21" fmla="*/ 310 h 344"/>
                <a:gd name="T22" fmla="*/ 118 w 138"/>
                <a:gd name="T23" fmla="*/ 325 h 344"/>
                <a:gd name="T24" fmla="*/ 104 w 138"/>
                <a:gd name="T25" fmla="*/ 335 h 344"/>
                <a:gd name="T26" fmla="*/ 87 w 138"/>
                <a:gd name="T27" fmla="*/ 342 h 344"/>
                <a:gd name="T28" fmla="*/ 69 w 138"/>
                <a:gd name="T29" fmla="*/ 344 h 344"/>
                <a:gd name="T30" fmla="*/ 51 w 138"/>
                <a:gd name="T31" fmla="*/ 342 h 344"/>
                <a:gd name="T32" fmla="*/ 34 w 138"/>
                <a:gd name="T33" fmla="*/ 335 h 344"/>
                <a:gd name="T34" fmla="*/ 20 w 138"/>
                <a:gd name="T35" fmla="*/ 325 h 344"/>
                <a:gd name="T36" fmla="*/ 9 w 138"/>
                <a:gd name="T37" fmla="*/ 310 h 344"/>
                <a:gd name="T38" fmla="*/ 2 w 138"/>
                <a:gd name="T39" fmla="*/ 294 h 344"/>
                <a:gd name="T40" fmla="*/ 0 w 138"/>
                <a:gd name="T41" fmla="*/ 275 h 344"/>
                <a:gd name="T42" fmla="*/ 0 w 138"/>
                <a:gd name="T43" fmla="*/ 69 h 344"/>
                <a:gd name="T44" fmla="*/ 2 w 138"/>
                <a:gd name="T45" fmla="*/ 51 h 344"/>
                <a:gd name="T46" fmla="*/ 9 w 138"/>
                <a:gd name="T47" fmla="*/ 34 h 344"/>
                <a:gd name="T48" fmla="*/ 20 w 138"/>
                <a:gd name="T49" fmla="*/ 21 h 344"/>
                <a:gd name="T50" fmla="*/ 34 w 138"/>
                <a:gd name="T51" fmla="*/ 9 h 344"/>
                <a:gd name="T52" fmla="*/ 51 w 138"/>
                <a:gd name="T53" fmla="*/ 3 h 344"/>
                <a:gd name="T54" fmla="*/ 69 w 138"/>
                <a:gd name="T5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8" h="344">
                  <a:moveTo>
                    <a:pt x="69" y="0"/>
                  </a:moveTo>
                  <a:lnTo>
                    <a:pt x="69" y="0"/>
                  </a:lnTo>
                  <a:lnTo>
                    <a:pt x="87" y="3"/>
                  </a:lnTo>
                  <a:lnTo>
                    <a:pt x="104" y="9"/>
                  </a:lnTo>
                  <a:lnTo>
                    <a:pt x="118" y="21"/>
                  </a:lnTo>
                  <a:lnTo>
                    <a:pt x="129" y="34"/>
                  </a:lnTo>
                  <a:lnTo>
                    <a:pt x="136" y="51"/>
                  </a:lnTo>
                  <a:lnTo>
                    <a:pt x="138" y="69"/>
                  </a:lnTo>
                  <a:lnTo>
                    <a:pt x="138" y="275"/>
                  </a:lnTo>
                  <a:lnTo>
                    <a:pt x="136" y="294"/>
                  </a:lnTo>
                  <a:lnTo>
                    <a:pt x="129" y="310"/>
                  </a:lnTo>
                  <a:lnTo>
                    <a:pt x="118" y="325"/>
                  </a:lnTo>
                  <a:lnTo>
                    <a:pt x="104" y="335"/>
                  </a:lnTo>
                  <a:lnTo>
                    <a:pt x="87" y="342"/>
                  </a:lnTo>
                  <a:lnTo>
                    <a:pt x="69" y="344"/>
                  </a:lnTo>
                  <a:lnTo>
                    <a:pt x="51" y="342"/>
                  </a:lnTo>
                  <a:lnTo>
                    <a:pt x="34" y="335"/>
                  </a:lnTo>
                  <a:lnTo>
                    <a:pt x="20" y="325"/>
                  </a:lnTo>
                  <a:lnTo>
                    <a:pt x="9" y="310"/>
                  </a:lnTo>
                  <a:lnTo>
                    <a:pt x="2" y="294"/>
                  </a:lnTo>
                  <a:lnTo>
                    <a:pt x="0" y="275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35"/>
            <p:cNvSpPr>
              <a:spLocks/>
            </p:cNvSpPr>
            <p:nvPr/>
          </p:nvSpPr>
          <p:spPr bwMode="auto">
            <a:xfrm>
              <a:off x="2349500" y="1622425"/>
              <a:ext cx="53975" cy="71437"/>
            </a:xfrm>
            <a:custGeom>
              <a:avLst/>
              <a:gdLst>
                <a:gd name="T0" fmla="*/ 69 w 243"/>
                <a:gd name="T1" fmla="*/ 0 h 317"/>
                <a:gd name="T2" fmla="*/ 87 w 243"/>
                <a:gd name="T3" fmla="*/ 2 h 317"/>
                <a:gd name="T4" fmla="*/ 103 w 243"/>
                <a:gd name="T5" fmla="*/ 9 h 317"/>
                <a:gd name="T6" fmla="*/ 118 w 243"/>
                <a:gd name="T7" fmla="*/ 20 h 317"/>
                <a:gd name="T8" fmla="*/ 129 w 243"/>
                <a:gd name="T9" fmla="*/ 34 h 317"/>
                <a:gd name="T10" fmla="*/ 233 w 243"/>
                <a:gd name="T11" fmla="*/ 214 h 317"/>
                <a:gd name="T12" fmla="*/ 240 w 243"/>
                <a:gd name="T13" fmla="*/ 230 h 317"/>
                <a:gd name="T14" fmla="*/ 243 w 243"/>
                <a:gd name="T15" fmla="*/ 248 h 317"/>
                <a:gd name="T16" fmla="*/ 240 w 243"/>
                <a:gd name="T17" fmla="*/ 265 h 317"/>
                <a:gd name="T18" fmla="*/ 233 w 243"/>
                <a:gd name="T19" fmla="*/ 282 h 317"/>
                <a:gd name="T20" fmla="*/ 223 w 243"/>
                <a:gd name="T21" fmla="*/ 297 h 317"/>
                <a:gd name="T22" fmla="*/ 209 w 243"/>
                <a:gd name="T23" fmla="*/ 308 h 317"/>
                <a:gd name="T24" fmla="*/ 191 w 243"/>
                <a:gd name="T25" fmla="*/ 315 h 317"/>
                <a:gd name="T26" fmla="*/ 173 w 243"/>
                <a:gd name="T27" fmla="*/ 317 h 317"/>
                <a:gd name="T28" fmla="*/ 155 w 243"/>
                <a:gd name="T29" fmla="*/ 315 h 317"/>
                <a:gd name="T30" fmla="*/ 139 w 243"/>
                <a:gd name="T31" fmla="*/ 308 h 317"/>
                <a:gd name="T32" fmla="*/ 125 w 243"/>
                <a:gd name="T33" fmla="*/ 297 h 317"/>
                <a:gd name="T34" fmla="*/ 113 w 243"/>
                <a:gd name="T35" fmla="*/ 282 h 317"/>
                <a:gd name="T36" fmla="*/ 9 w 243"/>
                <a:gd name="T37" fmla="*/ 103 h 317"/>
                <a:gd name="T38" fmla="*/ 2 w 243"/>
                <a:gd name="T39" fmla="*/ 86 h 317"/>
                <a:gd name="T40" fmla="*/ 0 w 243"/>
                <a:gd name="T41" fmla="*/ 68 h 317"/>
                <a:gd name="T42" fmla="*/ 2 w 243"/>
                <a:gd name="T43" fmla="*/ 51 h 317"/>
                <a:gd name="T44" fmla="*/ 9 w 243"/>
                <a:gd name="T45" fmla="*/ 34 h 317"/>
                <a:gd name="T46" fmla="*/ 20 w 243"/>
                <a:gd name="T47" fmla="*/ 21 h 317"/>
                <a:gd name="T48" fmla="*/ 34 w 243"/>
                <a:gd name="T49" fmla="*/ 10 h 317"/>
                <a:gd name="T50" fmla="*/ 52 w 243"/>
                <a:gd name="T51" fmla="*/ 2 h 317"/>
                <a:gd name="T52" fmla="*/ 69 w 243"/>
                <a:gd name="T53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7">
                  <a:moveTo>
                    <a:pt x="69" y="0"/>
                  </a:moveTo>
                  <a:lnTo>
                    <a:pt x="87" y="2"/>
                  </a:lnTo>
                  <a:lnTo>
                    <a:pt x="103" y="9"/>
                  </a:lnTo>
                  <a:lnTo>
                    <a:pt x="118" y="20"/>
                  </a:lnTo>
                  <a:lnTo>
                    <a:pt x="129" y="34"/>
                  </a:lnTo>
                  <a:lnTo>
                    <a:pt x="233" y="214"/>
                  </a:lnTo>
                  <a:lnTo>
                    <a:pt x="240" y="230"/>
                  </a:lnTo>
                  <a:lnTo>
                    <a:pt x="243" y="248"/>
                  </a:lnTo>
                  <a:lnTo>
                    <a:pt x="240" y="265"/>
                  </a:lnTo>
                  <a:lnTo>
                    <a:pt x="233" y="282"/>
                  </a:lnTo>
                  <a:lnTo>
                    <a:pt x="223" y="297"/>
                  </a:lnTo>
                  <a:lnTo>
                    <a:pt x="209" y="308"/>
                  </a:lnTo>
                  <a:lnTo>
                    <a:pt x="191" y="315"/>
                  </a:lnTo>
                  <a:lnTo>
                    <a:pt x="173" y="317"/>
                  </a:lnTo>
                  <a:lnTo>
                    <a:pt x="155" y="315"/>
                  </a:lnTo>
                  <a:lnTo>
                    <a:pt x="139" y="308"/>
                  </a:lnTo>
                  <a:lnTo>
                    <a:pt x="125" y="297"/>
                  </a:lnTo>
                  <a:lnTo>
                    <a:pt x="113" y="282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68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4" y="10"/>
                  </a:lnTo>
                  <a:lnTo>
                    <a:pt x="52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36"/>
            <p:cNvSpPr>
              <a:spLocks/>
            </p:cNvSpPr>
            <p:nvPr/>
          </p:nvSpPr>
          <p:spPr bwMode="auto">
            <a:xfrm>
              <a:off x="2219325" y="1751013"/>
              <a:ext cx="71438" cy="55562"/>
            </a:xfrm>
            <a:custGeom>
              <a:avLst/>
              <a:gdLst>
                <a:gd name="T0" fmla="*/ 69 w 319"/>
                <a:gd name="T1" fmla="*/ 0 h 241"/>
                <a:gd name="T2" fmla="*/ 86 w 319"/>
                <a:gd name="T3" fmla="*/ 3 h 241"/>
                <a:gd name="T4" fmla="*/ 104 w 319"/>
                <a:gd name="T5" fmla="*/ 9 h 241"/>
                <a:gd name="T6" fmla="*/ 285 w 319"/>
                <a:gd name="T7" fmla="*/ 112 h 241"/>
                <a:gd name="T8" fmla="*/ 299 w 319"/>
                <a:gd name="T9" fmla="*/ 124 h 241"/>
                <a:gd name="T10" fmla="*/ 310 w 319"/>
                <a:gd name="T11" fmla="*/ 138 h 241"/>
                <a:gd name="T12" fmla="*/ 316 w 319"/>
                <a:gd name="T13" fmla="*/ 155 h 241"/>
                <a:gd name="T14" fmla="*/ 319 w 319"/>
                <a:gd name="T15" fmla="*/ 172 h 241"/>
                <a:gd name="T16" fmla="*/ 316 w 319"/>
                <a:gd name="T17" fmla="*/ 190 h 241"/>
                <a:gd name="T18" fmla="*/ 310 w 319"/>
                <a:gd name="T19" fmla="*/ 206 h 241"/>
                <a:gd name="T20" fmla="*/ 298 w 319"/>
                <a:gd name="T21" fmla="*/ 221 h 241"/>
                <a:gd name="T22" fmla="*/ 283 w 319"/>
                <a:gd name="T23" fmla="*/ 232 h 241"/>
                <a:gd name="T24" fmla="*/ 266 w 319"/>
                <a:gd name="T25" fmla="*/ 239 h 241"/>
                <a:gd name="T26" fmla="*/ 249 w 319"/>
                <a:gd name="T27" fmla="*/ 241 h 241"/>
                <a:gd name="T28" fmla="*/ 231 w 319"/>
                <a:gd name="T29" fmla="*/ 239 h 241"/>
                <a:gd name="T30" fmla="*/ 214 w 319"/>
                <a:gd name="T31" fmla="*/ 231 h 241"/>
                <a:gd name="T32" fmla="*/ 34 w 319"/>
                <a:gd name="T33" fmla="*/ 129 h 241"/>
                <a:gd name="T34" fmla="*/ 19 w 319"/>
                <a:gd name="T35" fmla="*/ 118 h 241"/>
                <a:gd name="T36" fmla="*/ 9 w 319"/>
                <a:gd name="T37" fmla="*/ 103 h 241"/>
                <a:gd name="T38" fmla="*/ 2 w 319"/>
                <a:gd name="T39" fmla="*/ 87 h 241"/>
                <a:gd name="T40" fmla="*/ 0 w 319"/>
                <a:gd name="T41" fmla="*/ 69 h 241"/>
                <a:gd name="T42" fmla="*/ 2 w 319"/>
                <a:gd name="T43" fmla="*/ 51 h 241"/>
                <a:gd name="T44" fmla="*/ 9 w 319"/>
                <a:gd name="T45" fmla="*/ 34 h 241"/>
                <a:gd name="T46" fmla="*/ 20 w 319"/>
                <a:gd name="T47" fmla="*/ 20 h 241"/>
                <a:gd name="T48" fmla="*/ 35 w 319"/>
                <a:gd name="T49" fmla="*/ 9 h 241"/>
                <a:gd name="T50" fmla="*/ 51 w 319"/>
                <a:gd name="T51" fmla="*/ 3 h 241"/>
                <a:gd name="T52" fmla="*/ 69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69" y="0"/>
                  </a:moveTo>
                  <a:lnTo>
                    <a:pt x="86" y="3"/>
                  </a:lnTo>
                  <a:lnTo>
                    <a:pt x="104" y="9"/>
                  </a:lnTo>
                  <a:lnTo>
                    <a:pt x="285" y="112"/>
                  </a:lnTo>
                  <a:lnTo>
                    <a:pt x="299" y="124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6"/>
                  </a:lnTo>
                  <a:lnTo>
                    <a:pt x="298" y="221"/>
                  </a:lnTo>
                  <a:lnTo>
                    <a:pt x="283" y="232"/>
                  </a:lnTo>
                  <a:lnTo>
                    <a:pt x="266" y="239"/>
                  </a:lnTo>
                  <a:lnTo>
                    <a:pt x="249" y="241"/>
                  </a:lnTo>
                  <a:lnTo>
                    <a:pt x="231" y="239"/>
                  </a:lnTo>
                  <a:lnTo>
                    <a:pt x="214" y="231"/>
                  </a:lnTo>
                  <a:lnTo>
                    <a:pt x="34" y="129"/>
                  </a:lnTo>
                  <a:lnTo>
                    <a:pt x="19" y="118"/>
                  </a:lnTo>
                  <a:lnTo>
                    <a:pt x="9" y="103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37"/>
            <p:cNvSpPr>
              <a:spLocks/>
            </p:cNvSpPr>
            <p:nvPr/>
          </p:nvSpPr>
          <p:spPr bwMode="auto">
            <a:xfrm>
              <a:off x="2171700" y="1927225"/>
              <a:ext cx="77788" cy="31750"/>
            </a:xfrm>
            <a:custGeom>
              <a:avLst/>
              <a:gdLst>
                <a:gd name="T0" fmla="*/ 69 w 347"/>
                <a:gd name="T1" fmla="*/ 0 h 139"/>
                <a:gd name="T2" fmla="*/ 278 w 347"/>
                <a:gd name="T3" fmla="*/ 0 h 139"/>
                <a:gd name="T4" fmla="*/ 296 w 347"/>
                <a:gd name="T5" fmla="*/ 4 h 139"/>
                <a:gd name="T6" fmla="*/ 313 w 347"/>
                <a:gd name="T7" fmla="*/ 10 h 139"/>
                <a:gd name="T8" fmla="*/ 327 w 347"/>
                <a:gd name="T9" fmla="*/ 21 h 139"/>
                <a:gd name="T10" fmla="*/ 338 w 347"/>
                <a:gd name="T11" fmla="*/ 35 h 139"/>
                <a:gd name="T12" fmla="*/ 345 w 347"/>
                <a:gd name="T13" fmla="*/ 51 h 139"/>
                <a:gd name="T14" fmla="*/ 347 w 347"/>
                <a:gd name="T15" fmla="*/ 70 h 139"/>
                <a:gd name="T16" fmla="*/ 345 w 347"/>
                <a:gd name="T17" fmla="*/ 88 h 139"/>
                <a:gd name="T18" fmla="*/ 338 w 347"/>
                <a:gd name="T19" fmla="*/ 104 h 139"/>
                <a:gd name="T20" fmla="*/ 327 w 347"/>
                <a:gd name="T21" fmla="*/ 119 h 139"/>
                <a:gd name="T22" fmla="*/ 313 w 347"/>
                <a:gd name="T23" fmla="*/ 129 h 139"/>
                <a:gd name="T24" fmla="*/ 296 w 347"/>
                <a:gd name="T25" fmla="*/ 137 h 139"/>
                <a:gd name="T26" fmla="*/ 278 w 347"/>
                <a:gd name="T27" fmla="*/ 139 h 139"/>
                <a:gd name="T28" fmla="*/ 69 w 347"/>
                <a:gd name="T29" fmla="*/ 139 h 139"/>
                <a:gd name="T30" fmla="*/ 51 w 347"/>
                <a:gd name="T31" fmla="*/ 137 h 139"/>
                <a:gd name="T32" fmla="*/ 35 w 347"/>
                <a:gd name="T33" fmla="*/ 129 h 139"/>
                <a:gd name="T34" fmla="*/ 20 w 347"/>
                <a:gd name="T35" fmla="*/ 119 h 139"/>
                <a:gd name="T36" fmla="*/ 10 w 347"/>
                <a:gd name="T37" fmla="*/ 104 h 139"/>
                <a:gd name="T38" fmla="*/ 2 w 347"/>
                <a:gd name="T39" fmla="*/ 88 h 139"/>
                <a:gd name="T40" fmla="*/ 0 w 347"/>
                <a:gd name="T41" fmla="*/ 70 h 139"/>
                <a:gd name="T42" fmla="*/ 2 w 347"/>
                <a:gd name="T43" fmla="*/ 51 h 139"/>
                <a:gd name="T44" fmla="*/ 10 w 347"/>
                <a:gd name="T45" fmla="*/ 35 h 139"/>
                <a:gd name="T46" fmla="*/ 20 w 347"/>
                <a:gd name="T47" fmla="*/ 21 h 139"/>
                <a:gd name="T48" fmla="*/ 35 w 347"/>
                <a:gd name="T49" fmla="*/ 10 h 139"/>
                <a:gd name="T50" fmla="*/ 51 w 347"/>
                <a:gd name="T51" fmla="*/ 4 h 139"/>
                <a:gd name="T52" fmla="*/ 69 w 347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7" h="139">
                  <a:moveTo>
                    <a:pt x="69" y="0"/>
                  </a:moveTo>
                  <a:lnTo>
                    <a:pt x="278" y="0"/>
                  </a:lnTo>
                  <a:lnTo>
                    <a:pt x="296" y="4"/>
                  </a:lnTo>
                  <a:lnTo>
                    <a:pt x="313" y="10"/>
                  </a:lnTo>
                  <a:lnTo>
                    <a:pt x="327" y="21"/>
                  </a:lnTo>
                  <a:lnTo>
                    <a:pt x="338" y="35"/>
                  </a:lnTo>
                  <a:lnTo>
                    <a:pt x="345" y="51"/>
                  </a:lnTo>
                  <a:lnTo>
                    <a:pt x="347" y="70"/>
                  </a:lnTo>
                  <a:lnTo>
                    <a:pt x="345" y="88"/>
                  </a:lnTo>
                  <a:lnTo>
                    <a:pt x="338" y="104"/>
                  </a:lnTo>
                  <a:lnTo>
                    <a:pt x="327" y="119"/>
                  </a:lnTo>
                  <a:lnTo>
                    <a:pt x="313" y="129"/>
                  </a:lnTo>
                  <a:lnTo>
                    <a:pt x="296" y="137"/>
                  </a:lnTo>
                  <a:lnTo>
                    <a:pt x="278" y="139"/>
                  </a:lnTo>
                  <a:lnTo>
                    <a:pt x="69" y="139"/>
                  </a:lnTo>
                  <a:lnTo>
                    <a:pt x="51" y="137"/>
                  </a:lnTo>
                  <a:lnTo>
                    <a:pt x="35" y="129"/>
                  </a:lnTo>
                  <a:lnTo>
                    <a:pt x="20" y="119"/>
                  </a:lnTo>
                  <a:lnTo>
                    <a:pt x="10" y="104"/>
                  </a:lnTo>
                  <a:lnTo>
                    <a:pt x="2" y="88"/>
                  </a:lnTo>
                  <a:lnTo>
                    <a:pt x="0" y="70"/>
                  </a:lnTo>
                  <a:lnTo>
                    <a:pt x="2" y="51"/>
                  </a:lnTo>
                  <a:lnTo>
                    <a:pt x="10" y="35"/>
                  </a:lnTo>
                  <a:lnTo>
                    <a:pt x="20" y="21"/>
                  </a:lnTo>
                  <a:lnTo>
                    <a:pt x="35" y="10"/>
                  </a:lnTo>
                  <a:lnTo>
                    <a:pt x="51" y="4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38"/>
            <p:cNvSpPr>
              <a:spLocks/>
            </p:cNvSpPr>
            <p:nvPr/>
          </p:nvSpPr>
          <p:spPr bwMode="auto">
            <a:xfrm>
              <a:off x="2219325" y="2079625"/>
              <a:ext cx="71438" cy="55562"/>
            </a:xfrm>
            <a:custGeom>
              <a:avLst/>
              <a:gdLst>
                <a:gd name="T0" fmla="*/ 249 w 319"/>
                <a:gd name="T1" fmla="*/ 0 h 242"/>
                <a:gd name="T2" fmla="*/ 268 w 319"/>
                <a:gd name="T3" fmla="*/ 3 h 242"/>
                <a:gd name="T4" fmla="*/ 283 w 319"/>
                <a:gd name="T5" fmla="*/ 9 h 242"/>
                <a:gd name="T6" fmla="*/ 298 w 319"/>
                <a:gd name="T7" fmla="*/ 20 h 242"/>
                <a:gd name="T8" fmla="*/ 310 w 319"/>
                <a:gd name="T9" fmla="*/ 35 h 242"/>
                <a:gd name="T10" fmla="*/ 316 w 319"/>
                <a:gd name="T11" fmla="*/ 52 h 242"/>
                <a:gd name="T12" fmla="*/ 319 w 319"/>
                <a:gd name="T13" fmla="*/ 70 h 242"/>
                <a:gd name="T14" fmla="*/ 316 w 319"/>
                <a:gd name="T15" fmla="*/ 86 h 242"/>
                <a:gd name="T16" fmla="*/ 310 w 319"/>
                <a:gd name="T17" fmla="*/ 103 h 242"/>
                <a:gd name="T18" fmla="*/ 298 w 319"/>
                <a:gd name="T19" fmla="*/ 118 h 242"/>
                <a:gd name="T20" fmla="*/ 285 w 319"/>
                <a:gd name="T21" fmla="*/ 129 h 242"/>
                <a:gd name="T22" fmla="*/ 104 w 319"/>
                <a:gd name="T23" fmla="*/ 232 h 242"/>
                <a:gd name="T24" fmla="*/ 87 w 319"/>
                <a:gd name="T25" fmla="*/ 239 h 242"/>
                <a:gd name="T26" fmla="*/ 69 w 319"/>
                <a:gd name="T27" fmla="*/ 242 h 242"/>
                <a:gd name="T28" fmla="*/ 51 w 319"/>
                <a:gd name="T29" fmla="*/ 239 h 242"/>
                <a:gd name="T30" fmla="*/ 35 w 319"/>
                <a:gd name="T31" fmla="*/ 233 h 242"/>
                <a:gd name="T32" fmla="*/ 20 w 319"/>
                <a:gd name="T33" fmla="*/ 222 h 242"/>
                <a:gd name="T34" fmla="*/ 9 w 319"/>
                <a:gd name="T35" fmla="*/ 207 h 242"/>
                <a:gd name="T36" fmla="*/ 2 w 319"/>
                <a:gd name="T37" fmla="*/ 190 h 242"/>
                <a:gd name="T38" fmla="*/ 0 w 319"/>
                <a:gd name="T39" fmla="*/ 172 h 242"/>
                <a:gd name="T40" fmla="*/ 2 w 319"/>
                <a:gd name="T41" fmla="*/ 155 h 242"/>
                <a:gd name="T42" fmla="*/ 9 w 319"/>
                <a:gd name="T43" fmla="*/ 138 h 242"/>
                <a:gd name="T44" fmla="*/ 19 w 319"/>
                <a:gd name="T45" fmla="*/ 125 h 242"/>
                <a:gd name="T46" fmla="*/ 34 w 319"/>
                <a:gd name="T47" fmla="*/ 114 h 242"/>
                <a:gd name="T48" fmla="*/ 214 w 319"/>
                <a:gd name="T49" fmla="*/ 10 h 242"/>
                <a:gd name="T50" fmla="*/ 232 w 319"/>
                <a:gd name="T51" fmla="*/ 2 h 242"/>
                <a:gd name="T52" fmla="*/ 24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249" y="0"/>
                  </a:moveTo>
                  <a:lnTo>
                    <a:pt x="268" y="3"/>
                  </a:lnTo>
                  <a:lnTo>
                    <a:pt x="283" y="9"/>
                  </a:lnTo>
                  <a:lnTo>
                    <a:pt x="298" y="20"/>
                  </a:lnTo>
                  <a:lnTo>
                    <a:pt x="310" y="35"/>
                  </a:lnTo>
                  <a:lnTo>
                    <a:pt x="316" y="52"/>
                  </a:lnTo>
                  <a:lnTo>
                    <a:pt x="319" y="70"/>
                  </a:lnTo>
                  <a:lnTo>
                    <a:pt x="316" y="86"/>
                  </a:lnTo>
                  <a:lnTo>
                    <a:pt x="310" y="103"/>
                  </a:lnTo>
                  <a:lnTo>
                    <a:pt x="298" y="118"/>
                  </a:lnTo>
                  <a:lnTo>
                    <a:pt x="285" y="129"/>
                  </a:lnTo>
                  <a:lnTo>
                    <a:pt x="104" y="232"/>
                  </a:lnTo>
                  <a:lnTo>
                    <a:pt x="87" y="239"/>
                  </a:lnTo>
                  <a:lnTo>
                    <a:pt x="69" y="242"/>
                  </a:lnTo>
                  <a:lnTo>
                    <a:pt x="51" y="239"/>
                  </a:lnTo>
                  <a:lnTo>
                    <a:pt x="35" y="233"/>
                  </a:lnTo>
                  <a:lnTo>
                    <a:pt x="20" y="222"/>
                  </a:lnTo>
                  <a:lnTo>
                    <a:pt x="9" y="207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19" y="125"/>
                  </a:lnTo>
                  <a:lnTo>
                    <a:pt x="34" y="114"/>
                  </a:lnTo>
                  <a:lnTo>
                    <a:pt x="214" y="10"/>
                  </a:lnTo>
                  <a:lnTo>
                    <a:pt x="232" y="2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39"/>
            <p:cNvSpPr>
              <a:spLocks/>
            </p:cNvSpPr>
            <p:nvPr/>
          </p:nvSpPr>
          <p:spPr bwMode="auto">
            <a:xfrm>
              <a:off x="2792413" y="2079625"/>
              <a:ext cx="71438" cy="55562"/>
            </a:xfrm>
            <a:custGeom>
              <a:avLst/>
              <a:gdLst>
                <a:gd name="T0" fmla="*/ 69 w 319"/>
                <a:gd name="T1" fmla="*/ 0 h 242"/>
                <a:gd name="T2" fmla="*/ 87 w 319"/>
                <a:gd name="T3" fmla="*/ 2 h 242"/>
                <a:gd name="T4" fmla="*/ 104 w 319"/>
                <a:gd name="T5" fmla="*/ 10 h 242"/>
                <a:gd name="T6" fmla="*/ 285 w 319"/>
                <a:gd name="T7" fmla="*/ 114 h 242"/>
                <a:gd name="T8" fmla="*/ 299 w 319"/>
                <a:gd name="T9" fmla="*/ 125 h 242"/>
                <a:gd name="T10" fmla="*/ 310 w 319"/>
                <a:gd name="T11" fmla="*/ 138 h 242"/>
                <a:gd name="T12" fmla="*/ 316 w 319"/>
                <a:gd name="T13" fmla="*/ 155 h 242"/>
                <a:gd name="T14" fmla="*/ 319 w 319"/>
                <a:gd name="T15" fmla="*/ 172 h 242"/>
                <a:gd name="T16" fmla="*/ 316 w 319"/>
                <a:gd name="T17" fmla="*/ 190 h 242"/>
                <a:gd name="T18" fmla="*/ 310 w 319"/>
                <a:gd name="T19" fmla="*/ 207 h 242"/>
                <a:gd name="T20" fmla="*/ 298 w 319"/>
                <a:gd name="T21" fmla="*/ 222 h 242"/>
                <a:gd name="T22" fmla="*/ 284 w 319"/>
                <a:gd name="T23" fmla="*/ 233 h 242"/>
                <a:gd name="T24" fmla="*/ 268 w 319"/>
                <a:gd name="T25" fmla="*/ 239 h 242"/>
                <a:gd name="T26" fmla="*/ 250 w 319"/>
                <a:gd name="T27" fmla="*/ 242 h 242"/>
                <a:gd name="T28" fmla="*/ 231 w 319"/>
                <a:gd name="T29" fmla="*/ 239 h 242"/>
                <a:gd name="T30" fmla="*/ 214 w 319"/>
                <a:gd name="T31" fmla="*/ 232 h 242"/>
                <a:gd name="T32" fmla="*/ 34 w 319"/>
                <a:gd name="T33" fmla="*/ 129 h 242"/>
                <a:gd name="T34" fmla="*/ 20 w 319"/>
                <a:gd name="T35" fmla="*/ 118 h 242"/>
                <a:gd name="T36" fmla="*/ 9 w 319"/>
                <a:gd name="T37" fmla="*/ 103 h 242"/>
                <a:gd name="T38" fmla="*/ 2 w 319"/>
                <a:gd name="T39" fmla="*/ 86 h 242"/>
                <a:gd name="T40" fmla="*/ 0 w 319"/>
                <a:gd name="T41" fmla="*/ 70 h 242"/>
                <a:gd name="T42" fmla="*/ 2 w 319"/>
                <a:gd name="T43" fmla="*/ 52 h 242"/>
                <a:gd name="T44" fmla="*/ 9 w 319"/>
                <a:gd name="T45" fmla="*/ 35 h 242"/>
                <a:gd name="T46" fmla="*/ 20 w 319"/>
                <a:gd name="T47" fmla="*/ 20 h 242"/>
                <a:gd name="T48" fmla="*/ 35 w 319"/>
                <a:gd name="T49" fmla="*/ 9 h 242"/>
                <a:gd name="T50" fmla="*/ 51 w 319"/>
                <a:gd name="T51" fmla="*/ 3 h 242"/>
                <a:gd name="T52" fmla="*/ 69 w 319"/>
                <a:gd name="T5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2">
                  <a:moveTo>
                    <a:pt x="69" y="0"/>
                  </a:moveTo>
                  <a:lnTo>
                    <a:pt x="87" y="2"/>
                  </a:lnTo>
                  <a:lnTo>
                    <a:pt x="104" y="10"/>
                  </a:lnTo>
                  <a:lnTo>
                    <a:pt x="285" y="114"/>
                  </a:lnTo>
                  <a:lnTo>
                    <a:pt x="299" y="125"/>
                  </a:lnTo>
                  <a:lnTo>
                    <a:pt x="310" y="138"/>
                  </a:lnTo>
                  <a:lnTo>
                    <a:pt x="316" y="155"/>
                  </a:lnTo>
                  <a:lnTo>
                    <a:pt x="319" y="172"/>
                  </a:lnTo>
                  <a:lnTo>
                    <a:pt x="316" y="190"/>
                  </a:lnTo>
                  <a:lnTo>
                    <a:pt x="310" y="207"/>
                  </a:lnTo>
                  <a:lnTo>
                    <a:pt x="298" y="222"/>
                  </a:lnTo>
                  <a:lnTo>
                    <a:pt x="284" y="233"/>
                  </a:lnTo>
                  <a:lnTo>
                    <a:pt x="268" y="239"/>
                  </a:lnTo>
                  <a:lnTo>
                    <a:pt x="250" y="242"/>
                  </a:lnTo>
                  <a:lnTo>
                    <a:pt x="231" y="239"/>
                  </a:lnTo>
                  <a:lnTo>
                    <a:pt x="214" y="232"/>
                  </a:lnTo>
                  <a:lnTo>
                    <a:pt x="34" y="129"/>
                  </a:lnTo>
                  <a:lnTo>
                    <a:pt x="20" y="118"/>
                  </a:lnTo>
                  <a:lnTo>
                    <a:pt x="9" y="103"/>
                  </a:lnTo>
                  <a:lnTo>
                    <a:pt x="2" y="86"/>
                  </a:lnTo>
                  <a:lnTo>
                    <a:pt x="0" y="70"/>
                  </a:lnTo>
                  <a:lnTo>
                    <a:pt x="2" y="52"/>
                  </a:lnTo>
                  <a:lnTo>
                    <a:pt x="9" y="35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40"/>
            <p:cNvSpPr>
              <a:spLocks/>
            </p:cNvSpPr>
            <p:nvPr/>
          </p:nvSpPr>
          <p:spPr bwMode="auto">
            <a:xfrm>
              <a:off x="2833688" y="1927225"/>
              <a:ext cx="77788" cy="31750"/>
            </a:xfrm>
            <a:custGeom>
              <a:avLst/>
              <a:gdLst>
                <a:gd name="T0" fmla="*/ 70 w 348"/>
                <a:gd name="T1" fmla="*/ 0 h 139"/>
                <a:gd name="T2" fmla="*/ 278 w 348"/>
                <a:gd name="T3" fmla="*/ 0 h 139"/>
                <a:gd name="T4" fmla="*/ 297 w 348"/>
                <a:gd name="T5" fmla="*/ 4 h 139"/>
                <a:gd name="T6" fmla="*/ 314 w 348"/>
                <a:gd name="T7" fmla="*/ 10 h 139"/>
                <a:gd name="T8" fmla="*/ 327 w 348"/>
                <a:gd name="T9" fmla="*/ 21 h 139"/>
                <a:gd name="T10" fmla="*/ 337 w 348"/>
                <a:gd name="T11" fmla="*/ 35 h 139"/>
                <a:gd name="T12" fmla="*/ 345 w 348"/>
                <a:gd name="T13" fmla="*/ 51 h 139"/>
                <a:gd name="T14" fmla="*/ 348 w 348"/>
                <a:gd name="T15" fmla="*/ 70 h 139"/>
                <a:gd name="T16" fmla="*/ 345 w 348"/>
                <a:gd name="T17" fmla="*/ 88 h 139"/>
                <a:gd name="T18" fmla="*/ 337 w 348"/>
                <a:gd name="T19" fmla="*/ 104 h 139"/>
                <a:gd name="T20" fmla="*/ 327 w 348"/>
                <a:gd name="T21" fmla="*/ 119 h 139"/>
                <a:gd name="T22" fmla="*/ 314 w 348"/>
                <a:gd name="T23" fmla="*/ 129 h 139"/>
                <a:gd name="T24" fmla="*/ 297 w 348"/>
                <a:gd name="T25" fmla="*/ 137 h 139"/>
                <a:gd name="T26" fmla="*/ 278 w 348"/>
                <a:gd name="T27" fmla="*/ 139 h 139"/>
                <a:gd name="T28" fmla="*/ 70 w 348"/>
                <a:gd name="T29" fmla="*/ 139 h 139"/>
                <a:gd name="T30" fmla="*/ 52 w 348"/>
                <a:gd name="T31" fmla="*/ 137 h 139"/>
                <a:gd name="T32" fmla="*/ 34 w 348"/>
                <a:gd name="T33" fmla="*/ 129 h 139"/>
                <a:gd name="T34" fmla="*/ 21 w 348"/>
                <a:gd name="T35" fmla="*/ 119 h 139"/>
                <a:gd name="T36" fmla="*/ 10 w 348"/>
                <a:gd name="T37" fmla="*/ 104 h 139"/>
                <a:gd name="T38" fmla="*/ 3 w 348"/>
                <a:gd name="T39" fmla="*/ 88 h 139"/>
                <a:gd name="T40" fmla="*/ 0 w 348"/>
                <a:gd name="T41" fmla="*/ 70 h 139"/>
                <a:gd name="T42" fmla="*/ 3 w 348"/>
                <a:gd name="T43" fmla="*/ 51 h 139"/>
                <a:gd name="T44" fmla="*/ 10 w 348"/>
                <a:gd name="T45" fmla="*/ 35 h 139"/>
                <a:gd name="T46" fmla="*/ 21 w 348"/>
                <a:gd name="T47" fmla="*/ 21 h 139"/>
                <a:gd name="T48" fmla="*/ 34 w 348"/>
                <a:gd name="T49" fmla="*/ 10 h 139"/>
                <a:gd name="T50" fmla="*/ 52 w 348"/>
                <a:gd name="T51" fmla="*/ 4 h 139"/>
                <a:gd name="T52" fmla="*/ 70 w 348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8" h="139">
                  <a:moveTo>
                    <a:pt x="70" y="0"/>
                  </a:moveTo>
                  <a:lnTo>
                    <a:pt x="278" y="0"/>
                  </a:lnTo>
                  <a:lnTo>
                    <a:pt x="297" y="4"/>
                  </a:lnTo>
                  <a:lnTo>
                    <a:pt x="314" y="10"/>
                  </a:lnTo>
                  <a:lnTo>
                    <a:pt x="327" y="21"/>
                  </a:lnTo>
                  <a:lnTo>
                    <a:pt x="337" y="35"/>
                  </a:lnTo>
                  <a:lnTo>
                    <a:pt x="345" y="51"/>
                  </a:lnTo>
                  <a:lnTo>
                    <a:pt x="348" y="70"/>
                  </a:lnTo>
                  <a:lnTo>
                    <a:pt x="345" y="88"/>
                  </a:lnTo>
                  <a:lnTo>
                    <a:pt x="337" y="104"/>
                  </a:lnTo>
                  <a:lnTo>
                    <a:pt x="327" y="119"/>
                  </a:lnTo>
                  <a:lnTo>
                    <a:pt x="314" y="129"/>
                  </a:lnTo>
                  <a:lnTo>
                    <a:pt x="297" y="137"/>
                  </a:lnTo>
                  <a:lnTo>
                    <a:pt x="278" y="139"/>
                  </a:lnTo>
                  <a:lnTo>
                    <a:pt x="70" y="139"/>
                  </a:lnTo>
                  <a:lnTo>
                    <a:pt x="52" y="137"/>
                  </a:lnTo>
                  <a:lnTo>
                    <a:pt x="34" y="129"/>
                  </a:lnTo>
                  <a:lnTo>
                    <a:pt x="21" y="119"/>
                  </a:lnTo>
                  <a:lnTo>
                    <a:pt x="10" y="104"/>
                  </a:lnTo>
                  <a:lnTo>
                    <a:pt x="3" y="88"/>
                  </a:lnTo>
                  <a:lnTo>
                    <a:pt x="0" y="70"/>
                  </a:lnTo>
                  <a:lnTo>
                    <a:pt x="3" y="51"/>
                  </a:lnTo>
                  <a:lnTo>
                    <a:pt x="10" y="35"/>
                  </a:lnTo>
                  <a:lnTo>
                    <a:pt x="21" y="21"/>
                  </a:lnTo>
                  <a:lnTo>
                    <a:pt x="34" y="10"/>
                  </a:lnTo>
                  <a:lnTo>
                    <a:pt x="52" y="4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41"/>
            <p:cNvSpPr>
              <a:spLocks/>
            </p:cNvSpPr>
            <p:nvPr/>
          </p:nvSpPr>
          <p:spPr bwMode="auto">
            <a:xfrm>
              <a:off x="2792413" y="1751013"/>
              <a:ext cx="71438" cy="55562"/>
            </a:xfrm>
            <a:custGeom>
              <a:avLst/>
              <a:gdLst>
                <a:gd name="T0" fmla="*/ 250 w 319"/>
                <a:gd name="T1" fmla="*/ 0 h 241"/>
                <a:gd name="T2" fmla="*/ 268 w 319"/>
                <a:gd name="T3" fmla="*/ 3 h 241"/>
                <a:gd name="T4" fmla="*/ 284 w 319"/>
                <a:gd name="T5" fmla="*/ 9 h 241"/>
                <a:gd name="T6" fmla="*/ 298 w 319"/>
                <a:gd name="T7" fmla="*/ 20 h 241"/>
                <a:gd name="T8" fmla="*/ 310 w 319"/>
                <a:gd name="T9" fmla="*/ 34 h 241"/>
                <a:gd name="T10" fmla="*/ 316 w 319"/>
                <a:gd name="T11" fmla="*/ 51 h 241"/>
                <a:gd name="T12" fmla="*/ 319 w 319"/>
                <a:gd name="T13" fmla="*/ 69 h 241"/>
                <a:gd name="T14" fmla="*/ 316 w 319"/>
                <a:gd name="T15" fmla="*/ 87 h 241"/>
                <a:gd name="T16" fmla="*/ 310 w 319"/>
                <a:gd name="T17" fmla="*/ 103 h 241"/>
                <a:gd name="T18" fmla="*/ 299 w 319"/>
                <a:gd name="T19" fmla="*/ 118 h 241"/>
                <a:gd name="T20" fmla="*/ 285 w 319"/>
                <a:gd name="T21" fmla="*/ 129 h 241"/>
                <a:gd name="T22" fmla="*/ 104 w 319"/>
                <a:gd name="T23" fmla="*/ 231 h 241"/>
                <a:gd name="T24" fmla="*/ 87 w 319"/>
                <a:gd name="T25" fmla="*/ 239 h 241"/>
                <a:gd name="T26" fmla="*/ 69 w 319"/>
                <a:gd name="T27" fmla="*/ 241 h 241"/>
                <a:gd name="T28" fmla="*/ 52 w 319"/>
                <a:gd name="T29" fmla="*/ 239 h 241"/>
                <a:gd name="T30" fmla="*/ 35 w 319"/>
                <a:gd name="T31" fmla="*/ 232 h 241"/>
                <a:gd name="T32" fmla="*/ 20 w 319"/>
                <a:gd name="T33" fmla="*/ 221 h 241"/>
                <a:gd name="T34" fmla="*/ 9 w 319"/>
                <a:gd name="T35" fmla="*/ 206 h 241"/>
                <a:gd name="T36" fmla="*/ 2 w 319"/>
                <a:gd name="T37" fmla="*/ 190 h 241"/>
                <a:gd name="T38" fmla="*/ 0 w 319"/>
                <a:gd name="T39" fmla="*/ 172 h 241"/>
                <a:gd name="T40" fmla="*/ 2 w 319"/>
                <a:gd name="T41" fmla="*/ 155 h 241"/>
                <a:gd name="T42" fmla="*/ 9 w 319"/>
                <a:gd name="T43" fmla="*/ 138 h 241"/>
                <a:gd name="T44" fmla="*/ 20 w 319"/>
                <a:gd name="T45" fmla="*/ 124 h 241"/>
                <a:gd name="T46" fmla="*/ 34 w 319"/>
                <a:gd name="T47" fmla="*/ 112 h 241"/>
                <a:gd name="T48" fmla="*/ 214 w 319"/>
                <a:gd name="T49" fmla="*/ 9 h 241"/>
                <a:gd name="T50" fmla="*/ 233 w 319"/>
                <a:gd name="T51" fmla="*/ 3 h 241"/>
                <a:gd name="T52" fmla="*/ 250 w 319"/>
                <a:gd name="T5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9" h="241">
                  <a:moveTo>
                    <a:pt x="250" y="0"/>
                  </a:moveTo>
                  <a:lnTo>
                    <a:pt x="268" y="3"/>
                  </a:lnTo>
                  <a:lnTo>
                    <a:pt x="284" y="9"/>
                  </a:lnTo>
                  <a:lnTo>
                    <a:pt x="298" y="20"/>
                  </a:lnTo>
                  <a:lnTo>
                    <a:pt x="310" y="34"/>
                  </a:lnTo>
                  <a:lnTo>
                    <a:pt x="316" y="51"/>
                  </a:lnTo>
                  <a:lnTo>
                    <a:pt x="319" y="69"/>
                  </a:lnTo>
                  <a:lnTo>
                    <a:pt x="316" y="87"/>
                  </a:lnTo>
                  <a:lnTo>
                    <a:pt x="310" y="103"/>
                  </a:lnTo>
                  <a:lnTo>
                    <a:pt x="299" y="118"/>
                  </a:lnTo>
                  <a:lnTo>
                    <a:pt x="285" y="129"/>
                  </a:lnTo>
                  <a:lnTo>
                    <a:pt x="104" y="231"/>
                  </a:lnTo>
                  <a:lnTo>
                    <a:pt x="87" y="239"/>
                  </a:lnTo>
                  <a:lnTo>
                    <a:pt x="69" y="241"/>
                  </a:lnTo>
                  <a:lnTo>
                    <a:pt x="52" y="239"/>
                  </a:lnTo>
                  <a:lnTo>
                    <a:pt x="35" y="232"/>
                  </a:lnTo>
                  <a:lnTo>
                    <a:pt x="20" y="221"/>
                  </a:lnTo>
                  <a:lnTo>
                    <a:pt x="9" y="206"/>
                  </a:lnTo>
                  <a:lnTo>
                    <a:pt x="2" y="190"/>
                  </a:lnTo>
                  <a:lnTo>
                    <a:pt x="0" y="172"/>
                  </a:lnTo>
                  <a:lnTo>
                    <a:pt x="2" y="155"/>
                  </a:lnTo>
                  <a:lnTo>
                    <a:pt x="9" y="138"/>
                  </a:lnTo>
                  <a:lnTo>
                    <a:pt x="20" y="124"/>
                  </a:lnTo>
                  <a:lnTo>
                    <a:pt x="34" y="112"/>
                  </a:lnTo>
                  <a:lnTo>
                    <a:pt x="214" y="9"/>
                  </a:lnTo>
                  <a:lnTo>
                    <a:pt x="233" y="3"/>
                  </a:lnTo>
                  <a:lnTo>
                    <a:pt x="2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42"/>
            <p:cNvSpPr>
              <a:spLocks/>
            </p:cNvSpPr>
            <p:nvPr/>
          </p:nvSpPr>
          <p:spPr bwMode="auto">
            <a:xfrm>
              <a:off x="2679700" y="1622425"/>
              <a:ext cx="55563" cy="71437"/>
            </a:xfrm>
            <a:custGeom>
              <a:avLst/>
              <a:gdLst>
                <a:gd name="T0" fmla="*/ 172 w 243"/>
                <a:gd name="T1" fmla="*/ 0 h 316"/>
                <a:gd name="T2" fmla="*/ 191 w 243"/>
                <a:gd name="T3" fmla="*/ 2 h 316"/>
                <a:gd name="T4" fmla="*/ 208 w 243"/>
                <a:gd name="T5" fmla="*/ 10 h 316"/>
                <a:gd name="T6" fmla="*/ 222 w 243"/>
                <a:gd name="T7" fmla="*/ 21 h 316"/>
                <a:gd name="T8" fmla="*/ 234 w 243"/>
                <a:gd name="T9" fmla="*/ 34 h 316"/>
                <a:gd name="T10" fmla="*/ 241 w 243"/>
                <a:gd name="T11" fmla="*/ 51 h 316"/>
                <a:gd name="T12" fmla="*/ 243 w 243"/>
                <a:gd name="T13" fmla="*/ 68 h 316"/>
                <a:gd name="T14" fmla="*/ 241 w 243"/>
                <a:gd name="T15" fmla="*/ 86 h 316"/>
                <a:gd name="T16" fmla="*/ 234 w 243"/>
                <a:gd name="T17" fmla="*/ 103 h 316"/>
                <a:gd name="T18" fmla="*/ 129 w 243"/>
                <a:gd name="T19" fmla="*/ 282 h 316"/>
                <a:gd name="T20" fmla="*/ 118 w 243"/>
                <a:gd name="T21" fmla="*/ 297 h 316"/>
                <a:gd name="T22" fmla="*/ 103 w 243"/>
                <a:gd name="T23" fmla="*/ 308 h 316"/>
                <a:gd name="T24" fmla="*/ 87 w 243"/>
                <a:gd name="T25" fmla="*/ 314 h 316"/>
                <a:gd name="T26" fmla="*/ 69 w 243"/>
                <a:gd name="T27" fmla="*/ 316 h 316"/>
                <a:gd name="T28" fmla="*/ 52 w 243"/>
                <a:gd name="T29" fmla="*/ 314 h 316"/>
                <a:gd name="T30" fmla="*/ 35 w 243"/>
                <a:gd name="T31" fmla="*/ 307 h 316"/>
                <a:gd name="T32" fmla="*/ 19 w 243"/>
                <a:gd name="T33" fmla="*/ 296 h 316"/>
                <a:gd name="T34" fmla="*/ 9 w 243"/>
                <a:gd name="T35" fmla="*/ 282 h 316"/>
                <a:gd name="T36" fmla="*/ 2 w 243"/>
                <a:gd name="T37" fmla="*/ 265 h 316"/>
                <a:gd name="T38" fmla="*/ 0 w 243"/>
                <a:gd name="T39" fmla="*/ 248 h 316"/>
                <a:gd name="T40" fmla="*/ 2 w 243"/>
                <a:gd name="T41" fmla="*/ 230 h 316"/>
                <a:gd name="T42" fmla="*/ 9 w 243"/>
                <a:gd name="T43" fmla="*/ 214 h 316"/>
                <a:gd name="T44" fmla="*/ 113 w 243"/>
                <a:gd name="T45" fmla="*/ 34 h 316"/>
                <a:gd name="T46" fmla="*/ 125 w 243"/>
                <a:gd name="T47" fmla="*/ 20 h 316"/>
                <a:gd name="T48" fmla="*/ 140 w 243"/>
                <a:gd name="T49" fmla="*/ 9 h 316"/>
                <a:gd name="T50" fmla="*/ 155 w 243"/>
                <a:gd name="T51" fmla="*/ 2 h 316"/>
                <a:gd name="T52" fmla="*/ 172 w 243"/>
                <a:gd name="T53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6">
                  <a:moveTo>
                    <a:pt x="172" y="0"/>
                  </a:moveTo>
                  <a:lnTo>
                    <a:pt x="191" y="2"/>
                  </a:lnTo>
                  <a:lnTo>
                    <a:pt x="208" y="10"/>
                  </a:lnTo>
                  <a:lnTo>
                    <a:pt x="222" y="21"/>
                  </a:lnTo>
                  <a:lnTo>
                    <a:pt x="234" y="34"/>
                  </a:lnTo>
                  <a:lnTo>
                    <a:pt x="241" y="51"/>
                  </a:lnTo>
                  <a:lnTo>
                    <a:pt x="243" y="68"/>
                  </a:lnTo>
                  <a:lnTo>
                    <a:pt x="241" y="86"/>
                  </a:lnTo>
                  <a:lnTo>
                    <a:pt x="234" y="103"/>
                  </a:lnTo>
                  <a:lnTo>
                    <a:pt x="129" y="282"/>
                  </a:lnTo>
                  <a:lnTo>
                    <a:pt x="118" y="297"/>
                  </a:lnTo>
                  <a:lnTo>
                    <a:pt x="103" y="308"/>
                  </a:lnTo>
                  <a:lnTo>
                    <a:pt x="87" y="314"/>
                  </a:lnTo>
                  <a:lnTo>
                    <a:pt x="69" y="316"/>
                  </a:lnTo>
                  <a:lnTo>
                    <a:pt x="52" y="314"/>
                  </a:lnTo>
                  <a:lnTo>
                    <a:pt x="35" y="307"/>
                  </a:lnTo>
                  <a:lnTo>
                    <a:pt x="19" y="296"/>
                  </a:lnTo>
                  <a:lnTo>
                    <a:pt x="9" y="282"/>
                  </a:lnTo>
                  <a:lnTo>
                    <a:pt x="2" y="265"/>
                  </a:lnTo>
                  <a:lnTo>
                    <a:pt x="0" y="248"/>
                  </a:lnTo>
                  <a:lnTo>
                    <a:pt x="2" y="230"/>
                  </a:lnTo>
                  <a:lnTo>
                    <a:pt x="9" y="214"/>
                  </a:lnTo>
                  <a:lnTo>
                    <a:pt x="113" y="34"/>
                  </a:lnTo>
                  <a:lnTo>
                    <a:pt x="125" y="20"/>
                  </a:lnTo>
                  <a:lnTo>
                    <a:pt x="140" y="9"/>
                  </a:lnTo>
                  <a:lnTo>
                    <a:pt x="155" y="2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43"/>
            <p:cNvSpPr>
              <a:spLocks/>
            </p:cNvSpPr>
            <p:nvPr/>
          </p:nvSpPr>
          <p:spPr bwMode="auto">
            <a:xfrm>
              <a:off x="2503488" y="1811338"/>
              <a:ext cx="76200" cy="242887"/>
            </a:xfrm>
            <a:custGeom>
              <a:avLst/>
              <a:gdLst>
                <a:gd name="T0" fmla="*/ 167 w 334"/>
                <a:gd name="T1" fmla="*/ 0 h 1073"/>
                <a:gd name="T2" fmla="*/ 201 w 334"/>
                <a:gd name="T3" fmla="*/ 2 h 1073"/>
                <a:gd name="T4" fmla="*/ 230 w 334"/>
                <a:gd name="T5" fmla="*/ 8 h 1073"/>
                <a:gd name="T6" fmla="*/ 258 w 334"/>
                <a:gd name="T7" fmla="*/ 18 h 1073"/>
                <a:gd name="T8" fmla="*/ 280 w 334"/>
                <a:gd name="T9" fmla="*/ 33 h 1073"/>
                <a:gd name="T10" fmla="*/ 300 w 334"/>
                <a:gd name="T11" fmla="*/ 51 h 1073"/>
                <a:gd name="T12" fmla="*/ 314 w 334"/>
                <a:gd name="T13" fmla="*/ 72 h 1073"/>
                <a:gd name="T14" fmla="*/ 326 w 334"/>
                <a:gd name="T15" fmla="*/ 98 h 1073"/>
                <a:gd name="T16" fmla="*/ 331 w 334"/>
                <a:gd name="T17" fmla="*/ 128 h 1073"/>
                <a:gd name="T18" fmla="*/ 334 w 334"/>
                <a:gd name="T19" fmla="*/ 162 h 1073"/>
                <a:gd name="T20" fmla="*/ 334 w 334"/>
                <a:gd name="T21" fmla="*/ 406 h 1073"/>
                <a:gd name="T22" fmla="*/ 332 w 334"/>
                <a:gd name="T23" fmla="*/ 438 h 1073"/>
                <a:gd name="T24" fmla="*/ 329 w 334"/>
                <a:gd name="T25" fmla="*/ 471 h 1073"/>
                <a:gd name="T26" fmla="*/ 326 w 334"/>
                <a:gd name="T27" fmla="*/ 505 h 1073"/>
                <a:gd name="T28" fmla="*/ 260 w 334"/>
                <a:gd name="T29" fmla="*/ 996 h 1073"/>
                <a:gd name="T30" fmla="*/ 255 w 334"/>
                <a:gd name="T31" fmla="*/ 1019 h 1073"/>
                <a:gd name="T32" fmla="*/ 247 w 334"/>
                <a:gd name="T33" fmla="*/ 1039 h 1073"/>
                <a:gd name="T34" fmla="*/ 237 w 334"/>
                <a:gd name="T35" fmla="*/ 1052 h 1073"/>
                <a:gd name="T36" fmla="*/ 224 w 334"/>
                <a:gd name="T37" fmla="*/ 1062 h 1073"/>
                <a:gd name="T38" fmla="*/ 208 w 334"/>
                <a:gd name="T39" fmla="*/ 1069 h 1073"/>
                <a:gd name="T40" fmla="*/ 188 w 334"/>
                <a:gd name="T41" fmla="*/ 1072 h 1073"/>
                <a:gd name="T42" fmla="*/ 167 w 334"/>
                <a:gd name="T43" fmla="*/ 1073 h 1073"/>
                <a:gd name="T44" fmla="*/ 145 w 334"/>
                <a:gd name="T45" fmla="*/ 1072 h 1073"/>
                <a:gd name="T46" fmla="*/ 126 w 334"/>
                <a:gd name="T47" fmla="*/ 1069 h 1073"/>
                <a:gd name="T48" fmla="*/ 110 w 334"/>
                <a:gd name="T49" fmla="*/ 1062 h 1073"/>
                <a:gd name="T50" fmla="*/ 96 w 334"/>
                <a:gd name="T51" fmla="*/ 1052 h 1073"/>
                <a:gd name="T52" fmla="*/ 86 w 334"/>
                <a:gd name="T53" fmla="*/ 1039 h 1073"/>
                <a:gd name="T54" fmla="*/ 78 w 334"/>
                <a:gd name="T55" fmla="*/ 1019 h 1073"/>
                <a:gd name="T56" fmla="*/ 74 w 334"/>
                <a:gd name="T57" fmla="*/ 996 h 1073"/>
                <a:gd name="T58" fmla="*/ 8 w 334"/>
                <a:gd name="T59" fmla="*/ 505 h 1073"/>
                <a:gd name="T60" fmla="*/ 5 w 334"/>
                <a:gd name="T61" fmla="*/ 471 h 1073"/>
                <a:gd name="T62" fmla="*/ 1 w 334"/>
                <a:gd name="T63" fmla="*/ 438 h 1073"/>
                <a:gd name="T64" fmla="*/ 0 w 334"/>
                <a:gd name="T65" fmla="*/ 406 h 1073"/>
                <a:gd name="T66" fmla="*/ 0 w 334"/>
                <a:gd name="T67" fmla="*/ 162 h 1073"/>
                <a:gd name="T68" fmla="*/ 2 w 334"/>
                <a:gd name="T69" fmla="*/ 128 h 1073"/>
                <a:gd name="T70" fmla="*/ 8 w 334"/>
                <a:gd name="T71" fmla="*/ 98 h 1073"/>
                <a:gd name="T72" fmla="*/ 19 w 334"/>
                <a:gd name="T73" fmla="*/ 72 h 1073"/>
                <a:gd name="T74" fmla="*/ 34 w 334"/>
                <a:gd name="T75" fmla="*/ 51 h 1073"/>
                <a:gd name="T76" fmla="*/ 53 w 334"/>
                <a:gd name="T77" fmla="*/ 33 h 1073"/>
                <a:gd name="T78" fmla="*/ 76 w 334"/>
                <a:gd name="T79" fmla="*/ 18 h 1073"/>
                <a:gd name="T80" fmla="*/ 103 w 334"/>
                <a:gd name="T81" fmla="*/ 8 h 1073"/>
                <a:gd name="T82" fmla="*/ 133 w 334"/>
                <a:gd name="T83" fmla="*/ 2 h 1073"/>
                <a:gd name="T84" fmla="*/ 167 w 334"/>
                <a:gd name="T85" fmla="*/ 0 h 1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4" h="1073">
                  <a:moveTo>
                    <a:pt x="167" y="0"/>
                  </a:moveTo>
                  <a:lnTo>
                    <a:pt x="201" y="2"/>
                  </a:lnTo>
                  <a:lnTo>
                    <a:pt x="230" y="8"/>
                  </a:lnTo>
                  <a:lnTo>
                    <a:pt x="258" y="18"/>
                  </a:lnTo>
                  <a:lnTo>
                    <a:pt x="280" y="33"/>
                  </a:lnTo>
                  <a:lnTo>
                    <a:pt x="300" y="51"/>
                  </a:lnTo>
                  <a:lnTo>
                    <a:pt x="314" y="72"/>
                  </a:lnTo>
                  <a:lnTo>
                    <a:pt x="326" y="98"/>
                  </a:lnTo>
                  <a:lnTo>
                    <a:pt x="331" y="128"/>
                  </a:lnTo>
                  <a:lnTo>
                    <a:pt x="334" y="162"/>
                  </a:lnTo>
                  <a:lnTo>
                    <a:pt x="334" y="406"/>
                  </a:lnTo>
                  <a:lnTo>
                    <a:pt x="332" y="438"/>
                  </a:lnTo>
                  <a:lnTo>
                    <a:pt x="329" y="471"/>
                  </a:lnTo>
                  <a:lnTo>
                    <a:pt x="326" y="505"/>
                  </a:lnTo>
                  <a:lnTo>
                    <a:pt x="260" y="996"/>
                  </a:lnTo>
                  <a:lnTo>
                    <a:pt x="255" y="1019"/>
                  </a:lnTo>
                  <a:lnTo>
                    <a:pt x="247" y="1039"/>
                  </a:lnTo>
                  <a:lnTo>
                    <a:pt x="237" y="1052"/>
                  </a:lnTo>
                  <a:lnTo>
                    <a:pt x="224" y="1062"/>
                  </a:lnTo>
                  <a:lnTo>
                    <a:pt x="208" y="1069"/>
                  </a:lnTo>
                  <a:lnTo>
                    <a:pt x="188" y="1072"/>
                  </a:lnTo>
                  <a:lnTo>
                    <a:pt x="167" y="1073"/>
                  </a:lnTo>
                  <a:lnTo>
                    <a:pt x="145" y="1072"/>
                  </a:lnTo>
                  <a:lnTo>
                    <a:pt x="126" y="1069"/>
                  </a:lnTo>
                  <a:lnTo>
                    <a:pt x="110" y="1062"/>
                  </a:lnTo>
                  <a:lnTo>
                    <a:pt x="96" y="1052"/>
                  </a:lnTo>
                  <a:lnTo>
                    <a:pt x="86" y="1039"/>
                  </a:lnTo>
                  <a:lnTo>
                    <a:pt x="78" y="1019"/>
                  </a:lnTo>
                  <a:lnTo>
                    <a:pt x="74" y="996"/>
                  </a:lnTo>
                  <a:lnTo>
                    <a:pt x="8" y="505"/>
                  </a:lnTo>
                  <a:lnTo>
                    <a:pt x="5" y="471"/>
                  </a:lnTo>
                  <a:lnTo>
                    <a:pt x="1" y="438"/>
                  </a:lnTo>
                  <a:lnTo>
                    <a:pt x="0" y="406"/>
                  </a:lnTo>
                  <a:lnTo>
                    <a:pt x="0" y="162"/>
                  </a:lnTo>
                  <a:lnTo>
                    <a:pt x="2" y="128"/>
                  </a:lnTo>
                  <a:lnTo>
                    <a:pt x="8" y="98"/>
                  </a:lnTo>
                  <a:lnTo>
                    <a:pt x="19" y="72"/>
                  </a:lnTo>
                  <a:lnTo>
                    <a:pt x="34" y="51"/>
                  </a:lnTo>
                  <a:lnTo>
                    <a:pt x="53" y="33"/>
                  </a:lnTo>
                  <a:lnTo>
                    <a:pt x="76" y="18"/>
                  </a:lnTo>
                  <a:lnTo>
                    <a:pt x="103" y="8"/>
                  </a:lnTo>
                  <a:lnTo>
                    <a:pt x="133" y="2"/>
                  </a:lnTo>
                  <a:lnTo>
                    <a:pt x="1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44"/>
            <p:cNvSpPr>
              <a:spLocks/>
            </p:cNvSpPr>
            <p:nvPr/>
          </p:nvSpPr>
          <p:spPr bwMode="auto">
            <a:xfrm>
              <a:off x="2501900" y="2085975"/>
              <a:ext cx="79375" cy="77787"/>
            </a:xfrm>
            <a:custGeom>
              <a:avLst/>
              <a:gdLst>
                <a:gd name="T0" fmla="*/ 174 w 347"/>
                <a:gd name="T1" fmla="*/ 0 h 344"/>
                <a:gd name="T2" fmla="*/ 209 w 347"/>
                <a:gd name="T3" fmla="*/ 4 h 344"/>
                <a:gd name="T4" fmla="*/ 241 w 347"/>
                <a:gd name="T5" fmla="*/ 14 h 344"/>
                <a:gd name="T6" fmla="*/ 270 w 347"/>
                <a:gd name="T7" fmla="*/ 30 h 344"/>
                <a:gd name="T8" fmla="*/ 296 w 347"/>
                <a:gd name="T9" fmla="*/ 50 h 344"/>
                <a:gd name="T10" fmla="*/ 318 w 347"/>
                <a:gd name="T11" fmla="*/ 76 h 344"/>
                <a:gd name="T12" fmla="*/ 334 w 347"/>
                <a:gd name="T13" fmla="*/ 106 h 344"/>
                <a:gd name="T14" fmla="*/ 344 w 347"/>
                <a:gd name="T15" fmla="*/ 138 h 344"/>
                <a:gd name="T16" fmla="*/ 347 w 347"/>
                <a:gd name="T17" fmla="*/ 172 h 344"/>
                <a:gd name="T18" fmla="*/ 344 w 347"/>
                <a:gd name="T19" fmla="*/ 207 h 344"/>
                <a:gd name="T20" fmla="*/ 334 w 347"/>
                <a:gd name="T21" fmla="*/ 240 h 344"/>
                <a:gd name="T22" fmla="*/ 318 w 347"/>
                <a:gd name="T23" fmla="*/ 269 h 344"/>
                <a:gd name="T24" fmla="*/ 296 w 347"/>
                <a:gd name="T25" fmla="*/ 294 h 344"/>
                <a:gd name="T26" fmla="*/ 270 w 347"/>
                <a:gd name="T27" fmla="*/ 315 h 344"/>
                <a:gd name="T28" fmla="*/ 241 w 347"/>
                <a:gd name="T29" fmla="*/ 331 h 344"/>
                <a:gd name="T30" fmla="*/ 209 w 347"/>
                <a:gd name="T31" fmla="*/ 341 h 344"/>
                <a:gd name="T32" fmla="*/ 174 w 347"/>
                <a:gd name="T33" fmla="*/ 344 h 344"/>
                <a:gd name="T34" fmla="*/ 139 w 347"/>
                <a:gd name="T35" fmla="*/ 341 h 344"/>
                <a:gd name="T36" fmla="*/ 107 w 347"/>
                <a:gd name="T37" fmla="*/ 331 h 344"/>
                <a:gd name="T38" fmla="*/ 77 w 347"/>
                <a:gd name="T39" fmla="*/ 315 h 344"/>
                <a:gd name="T40" fmla="*/ 51 w 347"/>
                <a:gd name="T41" fmla="*/ 294 h 344"/>
                <a:gd name="T42" fmla="*/ 30 w 347"/>
                <a:gd name="T43" fmla="*/ 269 h 344"/>
                <a:gd name="T44" fmla="*/ 14 w 347"/>
                <a:gd name="T45" fmla="*/ 240 h 344"/>
                <a:gd name="T46" fmla="*/ 4 w 347"/>
                <a:gd name="T47" fmla="*/ 207 h 344"/>
                <a:gd name="T48" fmla="*/ 0 w 347"/>
                <a:gd name="T49" fmla="*/ 172 h 344"/>
                <a:gd name="T50" fmla="*/ 4 w 347"/>
                <a:gd name="T51" fmla="*/ 138 h 344"/>
                <a:gd name="T52" fmla="*/ 14 w 347"/>
                <a:gd name="T53" fmla="*/ 106 h 344"/>
                <a:gd name="T54" fmla="*/ 30 w 347"/>
                <a:gd name="T55" fmla="*/ 76 h 344"/>
                <a:gd name="T56" fmla="*/ 51 w 347"/>
                <a:gd name="T57" fmla="*/ 50 h 344"/>
                <a:gd name="T58" fmla="*/ 77 w 347"/>
                <a:gd name="T59" fmla="*/ 30 h 344"/>
                <a:gd name="T60" fmla="*/ 107 w 347"/>
                <a:gd name="T61" fmla="*/ 14 h 344"/>
                <a:gd name="T62" fmla="*/ 139 w 347"/>
                <a:gd name="T63" fmla="*/ 4 h 344"/>
                <a:gd name="T64" fmla="*/ 174 w 347"/>
                <a:gd name="T6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7" h="344">
                  <a:moveTo>
                    <a:pt x="174" y="0"/>
                  </a:moveTo>
                  <a:lnTo>
                    <a:pt x="209" y="4"/>
                  </a:lnTo>
                  <a:lnTo>
                    <a:pt x="241" y="14"/>
                  </a:lnTo>
                  <a:lnTo>
                    <a:pt x="270" y="30"/>
                  </a:lnTo>
                  <a:lnTo>
                    <a:pt x="296" y="50"/>
                  </a:lnTo>
                  <a:lnTo>
                    <a:pt x="318" y="76"/>
                  </a:lnTo>
                  <a:lnTo>
                    <a:pt x="334" y="106"/>
                  </a:lnTo>
                  <a:lnTo>
                    <a:pt x="344" y="138"/>
                  </a:lnTo>
                  <a:lnTo>
                    <a:pt x="347" y="172"/>
                  </a:lnTo>
                  <a:lnTo>
                    <a:pt x="344" y="207"/>
                  </a:lnTo>
                  <a:lnTo>
                    <a:pt x="334" y="240"/>
                  </a:lnTo>
                  <a:lnTo>
                    <a:pt x="318" y="269"/>
                  </a:lnTo>
                  <a:lnTo>
                    <a:pt x="296" y="294"/>
                  </a:lnTo>
                  <a:lnTo>
                    <a:pt x="270" y="315"/>
                  </a:lnTo>
                  <a:lnTo>
                    <a:pt x="241" y="331"/>
                  </a:lnTo>
                  <a:lnTo>
                    <a:pt x="209" y="341"/>
                  </a:lnTo>
                  <a:lnTo>
                    <a:pt x="174" y="344"/>
                  </a:lnTo>
                  <a:lnTo>
                    <a:pt x="139" y="341"/>
                  </a:lnTo>
                  <a:lnTo>
                    <a:pt x="107" y="331"/>
                  </a:lnTo>
                  <a:lnTo>
                    <a:pt x="77" y="315"/>
                  </a:lnTo>
                  <a:lnTo>
                    <a:pt x="51" y="294"/>
                  </a:lnTo>
                  <a:lnTo>
                    <a:pt x="30" y="269"/>
                  </a:lnTo>
                  <a:lnTo>
                    <a:pt x="14" y="240"/>
                  </a:lnTo>
                  <a:lnTo>
                    <a:pt x="4" y="207"/>
                  </a:lnTo>
                  <a:lnTo>
                    <a:pt x="0" y="172"/>
                  </a:lnTo>
                  <a:lnTo>
                    <a:pt x="4" y="138"/>
                  </a:lnTo>
                  <a:lnTo>
                    <a:pt x="14" y="106"/>
                  </a:lnTo>
                  <a:lnTo>
                    <a:pt x="30" y="76"/>
                  </a:lnTo>
                  <a:lnTo>
                    <a:pt x="51" y="50"/>
                  </a:lnTo>
                  <a:lnTo>
                    <a:pt x="77" y="30"/>
                  </a:lnTo>
                  <a:lnTo>
                    <a:pt x="107" y="14"/>
                  </a:lnTo>
                  <a:lnTo>
                    <a:pt x="139" y="4"/>
                  </a:lnTo>
                  <a:lnTo>
                    <a:pt x="1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76"/>
          <p:cNvGrpSpPr/>
          <p:nvPr/>
        </p:nvGrpSpPr>
        <p:grpSpPr>
          <a:xfrm>
            <a:off x="8229095" y="4721334"/>
            <a:ext cx="588406" cy="586453"/>
            <a:chOff x="4575175" y="3521076"/>
            <a:chExt cx="479425" cy="477838"/>
          </a:xfrm>
          <a:solidFill>
            <a:schemeClr val="bg1"/>
          </a:solidFill>
        </p:grpSpPr>
        <p:sp>
          <p:nvSpPr>
            <p:cNvPr id="32" name="Freeform 54"/>
            <p:cNvSpPr>
              <a:spLocks/>
            </p:cNvSpPr>
            <p:nvPr/>
          </p:nvSpPr>
          <p:spPr bwMode="auto">
            <a:xfrm>
              <a:off x="4657725" y="3606801"/>
              <a:ext cx="206375" cy="42863"/>
            </a:xfrm>
            <a:custGeom>
              <a:avLst/>
              <a:gdLst>
                <a:gd name="T0" fmla="*/ 151 w 1438"/>
                <a:gd name="T1" fmla="*/ 0 h 302"/>
                <a:gd name="T2" fmla="*/ 1287 w 1438"/>
                <a:gd name="T3" fmla="*/ 0 h 302"/>
                <a:gd name="T4" fmla="*/ 1318 w 1438"/>
                <a:gd name="T5" fmla="*/ 3 h 302"/>
                <a:gd name="T6" fmla="*/ 1346 w 1438"/>
                <a:gd name="T7" fmla="*/ 12 h 302"/>
                <a:gd name="T8" fmla="*/ 1372 w 1438"/>
                <a:gd name="T9" fmla="*/ 26 h 302"/>
                <a:gd name="T10" fmla="*/ 1394 w 1438"/>
                <a:gd name="T11" fmla="*/ 45 h 302"/>
                <a:gd name="T12" fmla="*/ 1413 w 1438"/>
                <a:gd name="T13" fmla="*/ 67 h 302"/>
                <a:gd name="T14" fmla="*/ 1426 w 1438"/>
                <a:gd name="T15" fmla="*/ 93 h 302"/>
                <a:gd name="T16" fmla="*/ 1435 w 1438"/>
                <a:gd name="T17" fmla="*/ 121 h 302"/>
                <a:gd name="T18" fmla="*/ 1438 w 1438"/>
                <a:gd name="T19" fmla="*/ 151 h 302"/>
                <a:gd name="T20" fmla="*/ 1435 w 1438"/>
                <a:gd name="T21" fmla="*/ 181 h 302"/>
                <a:gd name="T22" fmla="*/ 1426 w 1438"/>
                <a:gd name="T23" fmla="*/ 209 h 302"/>
                <a:gd name="T24" fmla="*/ 1413 w 1438"/>
                <a:gd name="T25" fmla="*/ 235 h 302"/>
                <a:gd name="T26" fmla="*/ 1394 w 1438"/>
                <a:gd name="T27" fmla="*/ 257 h 302"/>
                <a:gd name="T28" fmla="*/ 1372 w 1438"/>
                <a:gd name="T29" fmla="*/ 276 h 302"/>
                <a:gd name="T30" fmla="*/ 1346 w 1438"/>
                <a:gd name="T31" fmla="*/ 289 h 302"/>
                <a:gd name="T32" fmla="*/ 1318 w 1438"/>
                <a:gd name="T33" fmla="*/ 298 h 302"/>
                <a:gd name="T34" fmla="*/ 1287 w 1438"/>
                <a:gd name="T35" fmla="*/ 302 h 302"/>
                <a:gd name="T36" fmla="*/ 151 w 1438"/>
                <a:gd name="T37" fmla="*/ 302 h 302"/>
                <a:gd name="T38" fmla="*/ 121 w 1438"/>
                <a:gd name="T39" fmla="*/ 298 h 302"/>
                <a:gd name="T40" fmla="*/ 93 w 1438"/>
                <a:gd name="T41" fmla="*/ 289 h 302"/>
                <a:gd name="T42" fmla="*/ 66 w 1438"/>
                <a:gd name="T43" fmla="*/ 276 h 302"/>
                <a:gd name="T44" fmla="*/ 44 w 1438"/>
                <a:gd name="T45" fmla="*/ 257 h 302"/>
                <a:gd name="T46" fmla="*/ 26 w 1438"/>
                <a:gd name="T47" fmla="*/ 235 h 302"/>
                <a:gd name="T48" fmla="*/ 12 w 1438"/>
                <a:gd name="T49" fmla="*/ 209 h 302"/>
                <a:gd name="T50" fmla="*/ 4 w 1438"/>
                <a:gd name="T51" fmla="*/ 181 h 302"/>
                <a:gd name="T52" fmla="*/ 0 w 1438"/>
                <a:gd name="T53" fmla="*/ 151 h 302"/>
                <a:gd name="T54" fmla="*/ 4 w 1438"/>
                <a:gd name="T55" fmla="*/ 121 h 302"/>
                <a:gd name="T56" fmla="*/ 12 w 1438"/>
                <a:gd name="T57" fmla="*/ 93 h 302"/>
                <a:gd name="T58" fmla="*/ 26 w 1438"/>
                <a:gd name="T59" fmla="*/ 67 h 302"/>
                <a:gd name="T60" fmla="*/ 44 w 1438"/>
                <a:gd name="T61" fmla="*/ 45 h 302"/>
                <a:gd name="T62" fmla="*/ 66 w 1438"/>
                <a:gd name="T63" fmla="*/ 26 h 302"/>
                <a:gd name="T64" fmla="*/ 93 w 1438"/>
                <a:gd name="T65" fmla="*/ 12 h 302"/>
                <a:gd name="T66" fmla="*/ 121 w 1438"/>
                <a:gd name="T67" fmla="*/ 3 h 302"/>
                <a:gd name="T68" fmla="*/ 151 w 1438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2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5"/>
                  </a:lnTo>
                  <a:lnTo>
                    <a:pt x="1413" y="67"/>
                  </a:lnTo>
                  <a:lnTo>
                    <a:pt x="1426" y="93"/>
                  </a:lnTo>
                  <a:lnTo>
                    <a:pt x="1435" y="121"/>
                  </a:lnTo>
                  <a:lnTo>
                    <a:pt x="1438" y="151"/>
                  </a:lnTo>
                  <a:lnTo>
                    <a:pt x="1435" y="181"/>
                  </a:lnTo>
                  <a:lnTo>
                    <a:pt x="1426" y="209"/>
                  </a:lnTo>
                  <a:lnTo>
                    <a:pt x="1413" y="235"/>
                  </a:lnTo>
                  <a:lnTo>
                    <a:pt x="1394" y="257"/>
                  </a:lnTo>
                  <a:lnTo>
                    <a:pt x="1372" y="276"/>
                  </a:lnTo>
                  <a:lnTo>
                    <a:pt x="1346" y="289"/>
                  </a:lnTo>
                  <a:lnTo>
                    <a:pt x="1318" y="298"/>
                  </a:lnTo>
                  <a:lnTo>
                    <a:pt x="1287" y="302"/>
                  </a:lnTo>
                  <a:lnTo>
                    <a:pt x="151" y="302"/>
                  </a:lnTo>
                  <a:lnTo>
                    <a:pt x="121" y="298"/>
                  </a:lnTo>
                  <a:lnTo>
                    <a:pt x="93" y="289"/>
                  </a:lnTo>
                  <a:lnTo>
                    <a:pt x="66" y="276"/>
                  </a:lnTo>
                  <a:lnTo>
                    <a:pt x="44" y="257"/>
                  </a:lnTo>
                  <a:lnTo>
                    <a:pt x="26" y="235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1"/>
                  </a:lnTo>
                  <a:lnTo>
                    <a:pt x="12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55"/>
            <p:cNvSpPr>
              <a:spLocks/>
            </p:cNvSpPr>
            <p:nvPr/>
          </p:nvSpPr>
          <p:spPr bwMode="auto">
            <a:xfrm>
              <a:off x="4657725" y="3687763"/>
              <a:ext cx="206375" cy="42863"/>
            </a:xfrm>
            <a:custGeom>
              <a:avLst/>
              <a:gdLst>
                <a:gd name="T0" fmla="*/ 151 w 1438"/>
                <a:gd name="T1" fmla="*/ 0 h 301"/>
                <a:gd name="T2" fmla="*/ 1287 w 1438"/>
                <a:gd name="T3" fmla="*/ 0 h 301"/>
                <a:gd name="T4" fmla="*/ 1318 w 1438"/>
                <a:gd name="T5" fmla="*/ 3 h 301"/>
                <a:gd name="T6" fmla="*/ 1346 w 1438"/>
                <a:gd name="T7" fmla="*/ 12 h 301"/>
                <a:gd name="T8" fmla="*/ 1372 w 1438"/>
                <a:gd name="T9" fmla="*/ 26 h 301"/>
                <a:gd name="T10" fmla="*/ 1394 w 1438"/>
                <a:gd name="T11" fmla="*/ 44 h 301"/>
                <a:gd name="T12" fmla="*/ 1413 w 1438"/>
                <a:gd name="T13" fmla="*/ 66 h 301"/>
                <a:gd name="T14" fmla="*/ 1426 w 1438"/>
                <a:gd name="T15" fmla="*/ 92 h 301"/>
                <a:gd name="T16" fmla="*/ 1435 w 1438"/>
                <a:gd name="T17" fmla="*/ 120 h 301"/>
                <a:gd name="T18" fmla="*/ 1438 w 1438"/>
                <a:gd name="T19" fmla="*/ 150 h 301"/>
                <a:gd name="T20" fmla="*/ 1435 w 1438"/>
                <a:gd name="T21" fmla="*/ 181 h 301"/>
                <a:gd name="T22" fmla="*/ 1426 w 1438"/>
                <a:gd name="T23" fmla="*/ 210 h 301"/>
                <a:gd name="T24" fmla="*/ 1413 w 1438"/>
                <a:gd name="T25" fmla="*/ 235 h 301"/>
                <a:gd name="T26" fmla="*/ 1394 w 1438"/>
                <a:gd name="T27" fmla="*/ 258 h 301"/>
                <a:gd name="T28" fmla="*/ 1372 w 1438"/>
                <a:gd name="T29" fmla="*/ 275 h 301"/>
                <a:gd name="T30" fmla="*/ 1346 w 1438"/>
                <a:gd name="T31" fmla="*/ 290 h 301"/>
                <a:gd name="T32" fmla="*/ 1318 w 1438"/>
                <a:gd name="T33" fmla="*/ 298 h 301"/>
                <a:gd name="T34" fmla="*/ 1287 w 1438"/>
                <a:gd name="T35" fmla="*/ 301 h 301"/>
                <a:gd name="T36" fmla="*/ 151 w 1438"/>
                <a:gd name="T37" fmla="*/ 301 h 301"/>
                <a:gd name="T38" fmla="*/ 121 w 1438"/>
                <a:gd name="T39" fmla="*/ 298 h 301"/>
                <a:gd name="T40" fmla="*/ 93 w 1438"/>
                <a:gd name="T41" fmla="*/ 290 h 301"/>
                <a:gd name="T42" fmla="*/ 66 w 1438"/>
                <a:gd name="T43" fmla="*/ 275 h 301"/>
                <a:gd name="T44" fmla="*/ 44 w 1438"/>
                <a:gd name="T45" fmla="*/ 258 h 301"/>
                <a:gd name="T46" fmla="*/ 26 w 1438"/>
                <a:gd name="T47" fmla="*/ 235 h 301"/>
                <a:gd name="T48" fmla="*/ 12 w 1438"/>
                <a:gd name="T49" fmla="*/ 210 h 301"/>
                <a:gd name="T50" fmla="*/ 4 w 1438"/>
                <a:gd name="T51" fmla="*/ 181 h 301"/>
                <a:gd name="T52" fmla="*/ 0 w 1438"/>
                <a:gd name="T53" fmla="*/ 150 h 301"/>
                <a:gd name="T54" fmla="*/ 4 w 1438"/>
                <a:gd name="T55" fmla="*/ 120 h 301"/>
                <a:gd name="T56" fmla="*/ 12 w 1438"/>
                <a:gd name="T57" fmla="*/ 92 h 301"/>
                <a:gd name="T58" fmla="*/ 26 w 1438"/>
                <a:gd name="T59" fmla="*/ 66 h 301"/>
                <a:gd name="T60" fmla="*/ 44 w 1438"/>
                <a:gd name="T61" fmla="*/ 44 h 301"/>
                <a:gd name="T62" fmla="*/ 66 w 1438"/>
                <a:gd name="T63" fmla="*/ 26 h 301"/>
                <a:gd name="T64" fmla="*/ 93 w 1438"/>
                <a:gd name="T65" fmla="*/ 12 h 301"/>
                <a:gd name="T66" fmla="*/ 121 w 1438"/>
                <a:gd name="T67" fmla="*/ 3 h 301"/>
                <a:gd name="T68" fmla="*/ 151 w 1438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1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4"/>
                  </a:lnTo>
                  <a:lnTo>
                    <a:pt x="1413" y="66"/>
                  </a:lnTo>
                  <a:lnTo>
                    <a:pt x="1426" y="92"/>
                  </a:lnTo>
                  <a:lnTo>
                    <a:pt x="1435" y="120"/>
                  </a:lnTo>
                  <a:lnTo>
                    <a:pt x="1438" y="150"/>
                  </a:lnTo>
                  <a:lnTo>
                    <a:pt x="1435" y="181"/>
                  </a:lnTo>
                  <a:lnTo>
                    <a:pt x="1426" y="210"/>
                  </a:lnTo>
                  <a:lnTo>
                    <a:pt x="1413" y="235"/>
                  </a:lnTo>
                  <a:lnTo>
                    <a:pt x="1394" y="258"/>
                  </a:lnTo>
                  <a:lnTo>
                    <a:pt x="1372" y="275"/>
                  </a:lnTo>
                  <a:lnTo>
                    <a:pt x="1346" y="290"/>
                  </a:lnTo>
                  <a:lnTo>
                    <a:pt x="1318" y="298"/>
                  </a:lnTo>
                  <a:lnTo>
                    <a:pt x="1287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8"/>
                  </a:lnTo>
                  <a:lnTo>
                    <a:pt x="26" y="235"/>
                  </a:lnTo>
                  <a:lnTo>
                    <a:pt x="12" y="210"/>
                  </a:lnTo>
                  <a:lnTo>
                    <a:pt x="4" y="181"/>
                  </a:lnTo>
                  <a:lnTo>
                    <a:pt x="0" y="150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56"/>
            <p:cNvSpPr>
              <a:spLocks/>
            </p:cNvSpPr>
            <p:nvPr/>
          </p:nvSpPr>
          <p:spPr bwMode="auto">
            <a:xfrm>
              <a:off x="4657725" y="3768726"/>
              <a:ext cx="125413" cy="44450"/>
            </a:xfrm>
            <a:custGeom>
              <a:avLst/>
              <a:gdLst>
                <a:gd name="T0" fmla="*/ 151 w 870"/>
                <a:gd name="T1" fmla="*/ 0 h 301"/>
                <a:gd name="T2" fmla="*/ 720 w 870"/>
                <a:gd name="T3" fmla="*/ 0 h 301"/>
                <a:gd name="T4" fmla="*/ 750 w 870"/>
                <a:gd name="T5" fmla="*/ 4 h 301"/>
                <a:gd name="T6" fmla="*/ 778 w 870"/>
                <a:gd name="T7" fmla="*/ 12 h 301"/>
                <a:gd name="T8" fmla="*/ 805 w 870"/>
                <a:gd name="T9" fmla="*/ 26 h 301"/>
                <a:gd name="T10" fmla="*/ 827 w 870"/>
                <a:gd name="T11" fmla="*/ 44 h 301"/>
                <a:gd name="T12" fmla="*/ 845 w 870"/>
                <a:gd name="T13" fmla="*/ 67 h 301"/>
                <a:gd name="T14" fmla="*/ 859 w 870"/>
                <a:gd name="T15" fmla="*/ 92 h 301"/>
                <a:gd name="T16" fmla="*/ 867 w 870"/>
                <a:gd name="T17" fmla="*/ 120 h 301"/>
                <a:gd name="T18" fmla="*/ 870 w 870"/>
                <a:gd name="T19" fmla="*/ 151 h 301"/>
                <a:gd name="T20" fmla="*/ 867 w 870"/>
                <a:gd name="T21" fmla="*/ 181 h 301"/>
                <a:gd name="T22" fmla="*/ 859 w 870"/>
                <a:gd name="T23" fmla="*/ 209 h 301"/>
                <a:gd name="T24" fmla="*/ 845 w 870"/>
                <a:gd name="T25" fmla="*/ 234 h 301"/>
                <a:gd name="T26" fmla="*/ 827 w 870"/>
                <a:gd name="T27" fmla="*/ 257 h 301"/>
                <a:gd name="T28" fmla="*/ 805 w 870"/>
                <a:gd name="T29" fmla="*/ 275 h 301"/>
                <a:gd name="T30" fmla="*/ 778 w 870"/>
                <a:gd name="T31" fmla="*/ 290 h 301"/>
                <a:gd name="T32" fmla="*/ 750 w 870"/>
                <a:gd name="T33" fmla="*/ 298 h 301"/>
                <a:gd name="T34" fmla="*/ 720 w 870"/>
                <a:gd name="T35" fmla="*/ 301 h 301"/>
                <a:gd name="T36" fmla="*/ 151 w 870"/>
                <a:gd name="T37" fmla="*/ 301 h 301"/>
                <a:gd name="T38" fmla="*/ 121 w 870"/>
                <a:gd name="T39" fmla="*/ 298 h 301"/>
                <a:gd name="T40" fmla="*/ 93 w 870"/>
                <a:gd name="T41" fmla="*/ 290 h 301"/>
                <a:gd name="T42" fmla="*/ 66 w 870"/>
                <a:gd name="T43" fmla="*/ 275 h 301"/>
                <a:gd name="T44" fmla="*/ 44 w 870"/>
                <a:gd name="T45" fmla="*/ 257 h 301"/>
                <a:gd name="T46" fmla="*/ 26 w 870"/>
                <a:gd name="T47" fmla="*/ 234 h 301"/>
                <a:gd name="T48" fmla="*/ 12 w 870"/>
                <a:gd name="T49" fmla="*/ 209 h 301"/>
                <a:gd name="T50" fmla="*/ 4 w 870"/>
                <a:gd name="T51" fmla="*/ 181 h 301"/>
                <a:gd name="T52" fmla="*/ 0 w 870"/>
                <a:gd name="T53" fmla="*/ 151 h 301"/>
                <a:gd name="T54" fmla="*/ 4 w 870"/>
                <a:gd name="T55" fmla="*/ 120 h 301"/>
                <a:gd name="T56" fmla="*/ 12 w 870"/>
                <a:gd name="T57" fmla="*/ 92 h 301"/>
                <a:gd name="T58" fmla="*/ 26 w 870"/>
                <a:gd name="T59" fmla="*/ 67 h 301"/>
                <a:gd name="T60" fmla="*/ 44 w 870"/>
                <a:gd name="T61" fmla="*/ 44 h 301"/>
                <a:gd name="T62" fmla="*/ 66 w 870"/>
                <a:gd name="T63" fmla="*/ 26 h 301"/>
                <a:gd name="T64" fmla="*/ 93 w 870"/>
                <a:gd name="T65" fmla="*/ 12 h 301"/>
                <a:gd name="T66" fmla="*/ 121 w 870"/>
                <a:gd name="T67" fmla="*/ 4 h 301"/>
                <a:gd name="T68" fmla="*/ 151 w 870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301">
                  <a:moveTo>
                    <a:pt x="151" y="0"/>
                  </a:moveTo>
                  <a:lnTo>
                    <a:pt x="720" y="0"/>
                  </a:lnTo>
                  <a:lnTo>
                    <a:pt x="750" y="4"/>
                  </a:lnTo>
                  <a:lnTo>
                    <a:pt x="778" y="12"/>
                  </a:lnTo>
                  <a:lnTo>
                    <a:pt x="805" y="26"/>
                  </a:lnTo>
                  <a:lnTo>
                    <a:pt x="827" y="44"/>
                  </a:lnTo>
                  <a:lnTo>
                    <a:pt x="845" y="67"/>
                  </a:lnTo>
                  <a:lnTo>
                    <a:pt x="859" y="92"/>
                  </a:lnTo>
                  <a:lnTo>
                    <a:pt x="867" y="120"/>
                  </a:lnTo>
                  <a:lnTo>
                    <a:pt x="870" y="151"/>
                  </a:lnTo>
                  <a:lnTo>
                    <a:pt x="867" y="181"/>
                  </a:lnTo>
                  <a:lnTo>
                    <a:pt x="859" y="209"/>
                  </a:lnTo>
                  <a:lnTo>
                    <a:pt x="845" y="234"/>
                  </a:lnTo>
                  <a:lnTo>
                    <a:pt x="827" y="257"/>
                  </a:lnTo>
                  <a:lnTo>
                    <a:pt x="805" y="275"/>
                  </a:lnTo>
                  <a:lnTo>
                    <a:pt x="778" y="290"/>
                  </a:lnTo>
                  <a:lnTo>
                    <a:pt x="750" y="298"/>
                  </a:lnTo>
                  <a:lnTo>
                    <a:pt x="720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57"/>
            <p:cNvSpPr>
              <a:spLocks/>
            </p:cNvSpPr>
            <p:nvPr/>
          </p:nvSpPr>
          <p:spPr bwMode="auto">
            <a:xfrm>
              <a:off x="4575175" y="3521076"/>
              <a:ext cx="371475" cy="477838"/>
            </a:xfrm>
            <a:custGeom>
              <a:avLst/>
              <a:gdLst>
                <a:gd name="T0" fmla="*/ 152 w 2574"/>
                <a:gd name="T1" fmla="*/ 0 h 3310"/>
                <a:gd name="T2" fmla="*/ 2423 w 2574"/>
                <a:gd name="T3" fmla="*/ 0 h 3310"/>
                <a:gd name="T4" fmla="*/ 2453 w 2574"/>
                <a:gd name="T5" fmla="*/ 3 h 3310"/>
                <a:gd name="T6" fmla="*/ 2481 w 2574"/>
                <a:gd name="T7" fmla="*/ 12 h 3310"/>
                <a:gd name="T8" fmla="*/ 2507 w 2574"/>
                <a:gd name="T9" fmla="*/ 26 h 3310"/>
                <a:gd name="T10" fmla="*/ 2529 w 2574"/>
                <a:gd name="T11" fmla="*/ 44 h 3310"/>
                <a:gd name="T12" fmla="*/ 2548 w 2574"/>
                <a:gd name="T13" fmla="*/ 67 h 3310"/>
                <a:gd name="T14" fmla="*/ 2562 w 2574"/>
                <a:gd name="T15" fmla="*/ 92 h 3310"/>
                <a:gd name="T16" fmla="*/ 2571 w 2574"/>
                <a:gd name="T17" fmla="*/ 120 h 3310"/>
                <a:gd name="T18" fmla="*/ 2574 w 2574"/>
                <a:gd name="T19" fmla="*/ 150 h 3310"/>
                <a:gd name="T20" fmla="*/ 2574 w 2574"/>
                <a:gd name="T21" fmla="*/ 374 h 3310"/>
                <a:gd name="T22" fmla="*/ 2272 w 2574"/>
                <a:gd name="T23" fmla="*/ 896 h 3310"/>
                <a:gd name="T24" fmla="*/ 2272 w 2574"/>
                <a:gd name="T25" fmla="*/ 301 h 3310"/>
                <a:gd name="T26" fmla="*/ 304 w 2574"/>
                <a:gd name="T27" fmla="*/ 301 h 3310"/>
                <a:gd name="T28" fmla="*/ 304 w 2574"/>
                <a:gd name="T29" fmla="*/ 3008 h 3310"/>
                <a:gd name="T30" fmla="*/ 2272 w 2574"/>
                <a:gd name="T31" fmla="*/ 3008 h 3310"/>
                <a:gd name="T32" fmla="*/ 2272 w 2574"/>
                <a:gd name="T33" fmla="*/ 2634 h 3310"/>
                <a:gd name="T34" fmla="*/ 2430 w 2574"/>
                <a:gd name="T35" fmla="*/ 2530 h 3310"/>
                <a:gd name="T36" fmla="*/ 2458 w 2574"/>
                <a:gd name="T37" fmla="*/ 2508 h 3310"/>
                <a:gd name="T38" fmla="*/ 2482 w 2574"/>
                <a:gd name="T39" fmla="*/ 2483 h 3310"/>
                <a:gd name="T40" fmla="*/ 2502 w 2574"/>
                <a:gd name="T41" fmla="*/ 2454 h 3310"/>
                <a:gd name="T42" fmla="*/ 2574 w 2574"/>
                <a:gd name="T43" fmla="*/ 2330 h 3310"/>
                <a:gd name="T44" fmla="*/ 2574 w 2574"/>
                <a:gd name="T45" fmla="*/ 3159 h 3310"/>
                <a:gd name="T46" fmla="*/ 2571 w 2574"/>
                <a:gd name="T47" fmla="*/ 3189 h 3310"/>
                <a:gd name="T48" fmla="*/ 2562 w 2574"/>
                <a:gd name="T49" fmla="*/ 3217 h 3310"/>
                <a:gd name="T50" fmla="*/ 2548 w 2574"/>
                <a:gd name="T51" fmla="*/ 3243 h 3310"/>
                <a:gd name="T52" fmla="*/ 2529 w 2574"/>
                <a:gd name="T53" fmla="*/ 3265 h 3310"/>
                <a:gd name="T54" fmla="*/ 2507 w 2574"/>
                <a:gd name="T55" fmla="*/ 3284 h 3310"/>
                <a:gd name="T56" fmla="*/ 2481 w 2574"/>
                <a:gd name="T57" fmla="*/ 3297 h 3310"/>
                <a:gd name="T58" fmla="*/ 2453 w 2574"/>
                <a:gd name="T59" fmla="*/ 3307 h 3310"/>
                <a:gd name="T60" fmla="*/ 2423 w 2574"/>
                <a:gd name="T61" fmla="*/ 3310 h 3310"/>
                <a:gd name="T62" fmla="*/ 152 w 2574"/>
                <a:gd name="T63" fmla="*/ 3310 h 3310"/>
                <a:gd name="T64" fmla="*/ 121 w 2574"/>
                <a:gd name="T65" fmla="*/ 3307 h 3310"/>
                <a:gd name="T66" fmla="*/ 93 w 2574"/>
                <a:gd name="T67" fmla="*/ 3297 h 3310"/>
                <a:gd name="T68" fmla="*/ 67 w 2574"/>
                <a:gd name="T69" fmla="*/ 3284 h 3310"/>
                <a:gd name="T70" fmla="*/ 45 w 2574"/>
                <a:gd name="T71" fmla="*/ 3265 h 3310"/>
                <a:gd name="T72" fmla="*/ 26 w 2574"/>
                <a:gd name="T73" fmla="*/ 3243 h 3310"/>
                <a:gd name="T74" fmla="*/ 13 w 2574"/>
                <a:gd name="T75" fmla="*/ 3217 h 3310"/>
                <a:gd name="T76" fmla="*/ 3 w 2574"/>
                <a:gd name="T77" fmla="*/ 3189 h 3310"/>
                <a:gd name="T78" fmla="*/ 0 w 2574"/>
                <a:gd name="T79" fmla="*/ 3159 h 3310"/>
                <a:gd name="T80" fmla="*/ 0 w 2574"/>
                <a:gd name="T81" fmla="*/ 150 h 3310"/>
                <a:gd name="T82" fmla="*/ 3 w 2574"/>
                <a:gd name="T83" fmla="*/ 120 h 3310"/>
                <a:gd name="T84" fmla="*/ 13 w 2574"/>
                <a:gd name="T85" fmla="*/ 92 h 3310"/>
                <a:gd name="T86" fmla="*/ 26 w 2574"/>
                <a:gd name="T87" fmla="*/ 67 h 3310"/>
                <a:gd name="T88" fmla="*/ 45 w 2574"/>
                <a:gd name="T89" fmla="*/ 44 h 3310"/>
                <a:gd name="T90" fmla="*/ 67 w 2574"/>
                <a:gd name="T91" fmla="*/ 26 h 3310"/>
                <a:gd name="T92" fmla="*/ 93 w 2574"/>
                <a:gd name="T93" fmla="*/ 12 h 3310"/>
                <a:gd name="T94" fmla="*/ 121 w 2574"/>
                <a:gd name="T95" fmla="*/ 3 h 3310"/>
                <a:gd name="T96" fmla="*/ 152 w 2574"/>
                <a:gd name="T97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74" h="3310">
                  <a:moveTo>
                    <a:pt x="152" y="0"/>
                  </a:moveTo>
                  <a:lnTo>
                    <a:pt x="2423" y="0"/>
                  </a:lnTo>
                  <a:lnTo>
                    <a:pt x="2453" y="3"/>
                  </a:lnTo>
                  <a:lnTo>
                    <a:pt x="2481" y="12"/>
                  </a:lnTo>
                  <a:lnTo>
                    <a:pt x="2507" y="26"/>
                  </a:lnTo>
                  <a:lnTo>
                    <a:pt x="2529" y="44"/>
                  </a:lnTo>
                  <a:lnTo>
                    <a:pt x="2548" y="67"/>
                  </a:lnTo>
                  <a:lnTo>
                    <a:pt x="2562" y="92"/>
                  </a:lnTo>
                  <a:lnTo>
                    <a:pt x="2571" y="120"/>
                  </a:lnTo>
                  <a:lnTo>
                    <a:pt x="2574" y="150"/>
                  </a:lnTo>
                  <a:lnTo>
                    <a:pt x="2574" y="374"/>
                  </a:lnTo>
                  <a:lnTo>
                    <a:pt x="2272" y="896"/>
                  </a:lnTo>
                  <a:lnTo>
                    <a:pt x="2272" y="301"/>
                  </a:lnTo>
                  <a:lnTo>
                    <a:pt x="304" y="301"/>
                  </a:lnTo>
                  <a:lnTo>
                    <a:pt x="304" y="3008"/>
                  </a:lnTo>
                  <a:lnTo>
                    <a:pt x="2272" y="3008"/>
                  </a:lnTo>
                  <a:lnTo>
                    <a:pt x="2272" y="2634"/>
                  </a:lnTo>
                  <a:lnTo>
                    <a:pt x="2430" y="2530"/>
                  </a:lnTo>
                  <a:lnTo>
                    <a:pt x="2458" y="2508"/>
                  </a:lnTo>
                  <a:lnTo>
                    <a:pt x="2482" y="2483"/>
                  </a:lnTo>
                  <a:lnTo>
                    <a:pt x="2502" y="2454"/>
                  </a:lnTo>
                  <a:lnTo>
                    <a:pt x="2574" y="2330"/>
                  </a:lnTo>
                  <a:lnTo>
                    <a:pt x="2574" y="3159"/>
                  </a:lnTo>
                  <a:lnTo>
                    <a:pt x="2571" y="3189"/>
                  </a:lnTo>
                  <a:lnTo>
                    <a:pt x="2562" y="3217"/>
                  </a:lnTo>
                  <a:lnTo>
                    <a:pt x="2548" y="3243"/>
                  </a:lnTo>
                  <a:lnTo>
                    <a:pt x="2529" y="3265"/>
                  </a:lnTo>
                  <a:lnTo>
                    <a:pt x="2507" y="3284"/>
                  </a:lnTo>
                  <a:lnTo>
                    <a:pt x="2481" y="3297"/>
                  </a:lnTo>
                  <a:lnTo>
                    <a:pt x="2453" y="3307"/>
                  </a:lnTo>
                  <a:lnTo>
                    <a:pt x="2423" y="3310"/>
                  </a:lnTo>
                  <a:lnTo>
                    <a:pt x="152" y="3310"/>
                  </a:lnTo>
                  <a:lnTo>
                    <a:pt x="121" y="3307"/>
                  </a:lnTo>
                  <a:lnTo>
                    <a:pt x="93" y="3297"/>
                  </a:lnTo>
                  <a:lnTo>
                    <a:pt x="67" y="3284"/>
                  </a:lnTo>
                  <a:lnTo>
                    <a:pt x="45" y="3265"/>
                  </a:lnTo>
                  <a:lnTo>
                    <a:pt x="26" y="3243"/>
                  </a:lnTo>
                  <a:lnTo>
                    <a:pt x="13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58"/>
            <p:cNvSpPr>
              <a:spLocks noEditPoints="1"/>
            </p:cNvSpPr>
            <p:nvPr/>
          </p:nvSpPr>
          <p:spPr bwMode="auto">
            <a:xfrm>
              <a:off x="4826000" y="3575051"/>
              <a:ext cx="228600" cy="341313"/>
            </a:xfrm>
            <a:custGeom>
              <a:avLst/>
              <a:gdLst>
                <a:gd name="T0" fmla="*/ 131 w 1591"/>
                <a:gd name="T1" fmla="*/ 1996 h 2370"/>
                <a:gd name="T2" fmla="*/ 223 w 1591"/>
                <a:gd name="T3" fmla="*/ 2040 h 2370"/>
                <a:gd name="T4" fmla="*/ 308 w 1591"/>
                <a:gd name="T5" fmla="*/ 2097 h 2370"/>
                <a:gd name="T6" fmla="*/ 439 w 1591"/>
                <a:gd name="T7" fmla="*/ 1980 h 2370"/>
                <a:gd name="T8" fmla="*/ 389 w 1591"/>
                <a:gd name="T9" fmla="*/ 1934 h 2370"/>
                <a:gd name="T10" fmla="*/ 314 w 1591"/>
                <a:gd name="T11" fmla="*/ 1883 h 2370"/>
                <a:gd name="T12" fmla="*/ 245 w 1591"/>
                <a:gd name="T13" fmla="*/ 1849 h 2370"/>
                <a:gd name="T14" fmla="*/ 187 w 1591"/>
                <a:gd name="T15" fmla="*/ 1829 h 2370"/>
                <a:gd name="T16" fmla="*/ 141 w 1591"/>
                <a:gd name="T17" fmla="*/ 1820 h 2370"/>
                <a:gd name="T18" fmla="*/ 1118 w 1591"/>
                <a:gd name="T19" fmla="*/ 0 h 2370"/>
                <a:gd name="T20" fmla="*/ 1173 w 1591"/>
                <a:gd name="T21" fmla="*/ 7 h 2370"/>
                <a:gd name="T22" fmla="*/ 1240 w 1591"/>
                <a:gd name="T23" fmla="*/ 25 h 2370"/>
                <a:gd name="T24" fmla="*/ 1319 w 1591"/>
                <a:gd name="T25" fmla="*/ 57 h 2370"/>
                <a:gd name="T26" fmla="*/ 1407 w 1591"/>
                <a:gd name="T27" fmla="*/ 108 h 2370"/>
                <a:gd name="T28" fmla="*/ 1478 w 1591"/>
                <a:gd name="T29" fmla="*/ 163 h 2370"/>
                <a:gd name="T30" fmla="*/ 1528 w 1591"/>
                <a:gd name="T31" fmla="*/ 215 h 2370"/>
                <a:gd name="T32" fmla="*/ 1561 w 1591"/>
                <a:gd name="T33" fmla="*/ 261 h 2370"/>
                <a:gd name="T34" fmla="*/ 1580 w 1591"/>
                <a:gd name="T35" fmla="*/ 297 h 2370"/>
                <a:gd name="T36" fmla="*/ 1588 w 1591"/>
                <a:gd name="T37" fmla="*/ 320 h 2370"/>
                <a:gd name="T38" fmla="*/ 1591 w 1591"/>
                <a:gd name="T39" fmla="*/ 344 h 2370"/>
                <a:gd name="T40" fmla="*/ 1581 w 1591"/>
                <a:gd name="T41" fmla="*/ 379 h 2370"/>
                <a:gd name="T42" fmla="*/ 625 w 1591"/>
                <a:gd name="T43" fmla="*/ 2021 h 2370"/>
                <a:gd name="T44" fmla="*/ 116 w 1591"/>
                <a:gd name="T45" fmla="*/ 2357 h 2370"/>
                <a:gd name="T46" fmla="*/ 77 w 1591"/>
                <a:gd name="T47" fmla="*/ 2370 h 2370"/>
                <a:gd name="T48" fmla="*/ 36 w 1591"/>
                <a:gd name="T49" fmla="*/ 2359 h 2370"/>
                <a:gd name="T50" fmla="*/ 12 w 1591"/>
                <a:gd name="T51" fmla="*/ 2338 h 2370"/>
                <a:gd name="T52" fmla="*/ 0 w 1591"/>
                <a:gd name="T53" fmla="*/ 2306 h 2370"/>
                <a:gd name="T54" fmla="*/ 34 w 1591"/>
                <a:gd name="T55" fmla="*/ 1702 h 2370"/>
                <a:gd name="T56" fmla="*/ 45 w 1591"/>
                <a:gd name="T57" fmla="*/ 1670 h 2370"/>
                <a:gd name="T58" fmla="*/ 1002 w 1591"/>
                <a:gd name="T59" fmla="*/ 27 h 2370"/>
                <a:gd name="T60" fmla="*/ 1034 w 1591"/>
                <a:gd name="T61" fmla="*/ 7 h 2370"/>
                <a:gd name="T62" fmla="*/ 1048 w 1591"/>
                <a:gd name="T63" fmla="*/ 4 h 2370"/>
                <a:gd name="T64" fmla="*/ 1076 w 1591"/>
                <a:gd name="T6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91" h="2370">
                  <a:moveTo>
                    <a:pt x="141" y="1820"/>
                  </a:moveTo>
                  <a:lnTo>
                    <a:pt x="131" y="1996"/>
                  </a:lnTo>
                  <a:lnTo>
                    <a:pt x="177" y="2016"/>
                  </a:lnTo>
                  <a:lnTo>
                    <a:pt x="223" y="2040"/>
                  </a:lnTo>
                  <a:lnTo>
                    <a:pt x="267" y="2067"/>
                  </a:lnTo>
                  <a:lnTo>
                    <a:pt x="308" y="2097"/>
                  </a:lnTo>
                  <a:lnTo>
                    <a:pt x="455" y="2000"/>
                  </a:lnTo>
                  <a:lnTo>
                    <a:pt x="439" y="1980"/>
                  </a:lnTo>
                  <a:lnTo>
                    <a:pt x="417" y="1958"/>
                  </a:lnTo>
                  <a:lnTo>
                    <a:pt x="389" y="1934"/>
                  </a:lnTo>
                  <a:lnTo>
                    <a:pt x="355" y="1909"/>
                  </a:lnTo>
                  <a:lnTo>
                    <a:pt x="314" y="1883"/>
                  </a:lnTo>
                  <a:lnTo>
                    <a:pt x="278" y="1864"/>
                  </a:lnTo>
                  <a:lnTo>
                    <a:pt x="245" y="1849"/>
                  </a:lnTo>
                  <a:lnTo>
                    <a:pt x="214" y="1837"/>
                  </a:lnTo>
                  <a:lnTo>
                    <a:pt x="187" y="1829"/>
                  </a:lnTo>
                  <a:lnTo>
                    <a:pt x="163" y="1824"/>
                  </a:lnTo>
                  <a:lnTo>
                    <a:pt x="141" y="1820"/>
                  </a:lnTo>
                  <a:close/>
                  <a:moveTo>
                    <a:pt x="1095" y="0"/>
                  </a:moveTo>
                  <a:lnTo>
                    <a:pt x="1118" y="0"/>
                  </a:lnTo>
                  <a:lnTo>
                    <a:pt x="1144" y="2"/>
                  </a:lnTo>
                  <a:lnTo>
                    <a:pt x="1173" y="7"/>
                  </a:lnTo>
                  <a:lnTo>
                    <a:pt x="1205" y="14"/>
                  </a:lnTo>
                  <a:lnTo>
                    <a:pt x="1240" y="25"/>
                  </a:lnTo>
                  <a:lnTo>
                    <a:pt x="1278" y="39"/>
                  </a:lnTo>
                  <a:lnTo>
                    <a:pt x="1319" y="57"/>
                  </a:lnTo>
                  <a:lnTo>
                    <a:pt x="1362" y="81"/>
                  </a:lnTo>
                  <a:lnTo>
                    <a:pt x="1407" y="108"/>
                  </a:lnTo>
                  <a:lnTo>
                    <a:pt x="1446" y="136"/>
                  </a:lnTo>
                  <a:lnTo>
                    <a:pt x="1478" y="163"/>
                  </a:lnTo>
                  <a:lnTo>
                    <a:pt x="1505" y="190"/>
                  </a:lnTo>
                  <a:lnTo>
                    <a:pt x="1528" y="215"/>
                  </a:lnTo>
                  <a:lnTo>
                    <a:pt x="1546" y="239"/>
                  </a:lnTo>
                  <a:lnTo>
                    <a:pt x="1561" y="261"/>
                  </a:lnTo>
                  <a:lnTo>
                    <a:pt x="1571" y="280"/>
                  </a:lnTo>
                  <a:lnTo>
                    <a:pt x="1580" y="297"/>
                  </a:lnTo>
                  <a:lnTo>
                    <a:pt x="1585" y="311"/>
                  </a:lnTo>
                  <a:lnTo>
                    <a:pt x="1588" y="320"/>
                  </a:lnTo>
                  <a:lnTo>
                    <a:pt x="1589" y="325"/>
                  </a:lnTo>
                  <a:lnTo>
                    <a:pt x="1591" y="344"/>
                  </a:lnTo>
                  <a:lnTo>
                    <a:pt x="1588" y="363"/>
                  </a:lnTo>
                  <a:lnTo>
                    <a:pt x="1581" y="379"/>
                  </a:lnTo>
                  <a:lnTo>
                    <a:pt x="634" y="2008"/>
                  </a:lnTo>
                  <a:lnTo>
                    <a:pt x="625" y="2021"/>
                  </a:lnTo>
                  <a:lnTo>
                    <a:pt x="611" y="2033"/>
                  </a:lnTo>
                  <a:lnTo>
                    <a:pt x="116" y="2357"/>
                  </a:lnTo>
                  <a:lnTo>
                    <a:pt x="97" y="2367"/>
                  </a:lnTo>
                  <a:lnTo>
                    <a:pt x="77" y="2370"/>
                  </a:lnTo>
                  <a:lnTo>
                    <a:pt x="56" y="2368"/>
                  </a:lnTo>
                  <a:lnTo>
                    <a:pt x="36" y="2359"/>
                  </a:lnTo>
                  <a:lnTo>
                    <a:pt x="23" y="2350"/>
                  </a:lnTo>
                  <a:lnTo>
                    <a:pt x="12" y="2338"/>
                  </a:lnTo>
                  <a:lnTo>
                    <a:pt x="5" y="2323"/>
                  </a:lnTo>
                  <a:lnTo>
                    <a:pt x="0" y="2306"/>
                  </a:lnTo>
                  <a:lnTo>
                    <a:pt x="0" y="2290"/>
                  </a:lnTo>
                  <a:lnTo>
                    <a:pt x="34" y="1702"/>
                  </a:lnTo>
                  <a:lnTo>
                    <a:pt x="38" y="1685"/>
                  </a:lnTo>
                  <a:lnTo>
                    <a:pt x="45" y="1670"/>
                  </a:lnTo>
                  <a:lnTo>
                    <a:pt x="991" y="41"/>
                  </a:lnTo>
                  <a:lnTo>
                    <a:pt x="1002" y="27"/>
                  </a:lnTo>
                  <a:lnTo>
                    <a:pt x="1016" y="15"/>
                  </a:lnTo>
                  <a:lnTo>
                    <a:pt x="1034" y="7"/>
                  </a:lnTo>
                  <a:lnTo>
                    <a:pt x="1038" y="6"/>
                  </a:lnTo>
                  <a:lnTo>
                    <a:pt x="1048" y="4"/>
                  </a:lnTo>
                  <a:lnTo>
                    <a:pt x="1060" y="2"/>
                  </a:lnTo>
                  <a:lnTo>
                    <a:pt x="1076" y="0"/>
                  </a:lnTo>
                  <a:lnTo>
                    <a:pt x="10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59"/>
            <p:cNvSpPr>
              <a:spLocks/>
            </p:cNvSpPr>
            <p:nvPr/>
          </p:nvSpPr>
          <p:spPr bwMode="auto">
            <a:xfrm>
              <a:off x="4645025" y="3849688"/>
              <a:ext cx="166688" cy="84138"/>
            </a:xfrm>
            <a:custGeom>
              <a:avLst/>
              <a:gdLst>
                <a:gd name="T0" fmla="*/ 557 w 1155"/>
                <a:gd name="T1" fmla="*/ 5 h 591"/>
                <a:gd name="T2" fmla="*/ 583 w 1155"/>
                <a:gd name="T3" fmla="*/ 28 h 591"/>
                <a:gd name="T4" fmla="*/ 591 w 1155"/>
                <a:gd name="T5" fmla="*/ 111 h 591"/>
                <a:gd name="T6" fmla="*/ 560 w 1155"/>
                <a:gd name="T7" fmla="*/ 199 h 591"/>
                <a:gd name="T8" fmla="*/ 569 w 1155"/>
                <a:gd name="T9" fmla="*/ 242 h 591"/>
                <a:gd name="T10" fmla="*/ 587 w 1155"/>
                <a:gd name="T11" fmla="*/ 270 h 591"/>
                <a:gd name="T12" fmla="*/ 637 w 1155"/>
                <a:gd name="T13" fmla="*/ 278 h 591"/>
                <a:gd name="T14" fmla="*/ 681 w 1155"/>
                <a:gd name="T15" fmla="*/ 323 h 591"/>
                <a:gd name="T16" fmla="*/ 693 w 1155"/>
                <a:gd name="T17" fmla="*/ 357 h 591"/>
                <a:gd name="T18" fmla="*/ 847 w 1155"/>
                <a:gd name="T19" fmla="*/ 351 h 591"/>
                <a:gd name="T20" fmla="*/ 996 w 1155"/>
                <a:gd name="T21" fmla="*/ 366 h 591"/>
                <a:gd name="T22" fmla="*/ 1118 w 1155"/>
                <a:gd name="T23" fmla="*/ 373 h 591"/>
                <a:gd name="T24" fmla="*/ 1149 w 1155"/>
                <a:gd name="T25" fmla="*/ 400 h 591"/>
                <a:gd name="T26" fmla="*/ 1154 w 1155"/>
                <a:gd name="T27" fmla="*/ 441 h 591"/>
                <a:gd name="T28" fmla="*/ 1131 w 1155"/>
                <a:gd name="T29" fmla="*/ 475 h 591"/>
                <a:gd name="T30" fmla="*/ 1066 w 1155"/>
                <a:gd name="T31" fmla="*/ 482 h 591"/>
                <a:gd name="T32" fmla="*/ 957 w 1155"/>
                <a:gd name="T33" fmla="*/ 467 h 591"/>
                <a:gd name="T34" fmla="*/ 843 w 1155"/>
                <a:gd name="T35" fmla="*/ 452 h 591"/>
                <a:gd name="T36" fmla="*/ 738 w 1155"/>
                <a:gd name="T37" fmla="*/ 461 h 591"/>
                <a:gd name="T38" fmla="*/ 679 w 1155"/>
                <a:gd name="T39" fmla="*/ 486 h 591"/>
                <a:gd name="T40" fmla="*/ 636 w 1155"/>
                <a:gd name="T41" fmla="*/ 492 h 591"/>
                <a:gd name="T42" fmla="*/ 603 w 1155"/>
                <a:gd name="T43" fmla="*/ 477 h 591"/>
                <a:gd name="T44" fmla="*/ 576 w 1155"/>
                <a:gd name="T45" fmla="*/ 454 h 591"/>
                <a:gd name="T46" fmla="*/ 571 w 1155"/>
                <a:gd name="T47" fmla="*/ 407 h 591"/>
                <a:gd name="T48" fmla="*/ 537 w 1155"/>
                <a:gd name="T49" fmla="*/ 457 h 591"/>
                <a:gd name="T50" fmla="*/ 495 w 1155"/>
                <a:gd name="T51" fmla="*/ 471 h 591"/>
                <a:gd name="T52" fmla="*/ 455 w 1155"/>
                <a:gd name="T53" fmla="*/ 456 h 591"/>
                <a:gd name="T54" fmla="*/ 439 w 1155"/>
                <a:gd name="T55" fmla="*/ 419 h 591"/>
                <a:gd name="T56" fmla="*/ 450 w 1155"/>
                <a:gd name="T57" fmla="*/ 390 h 591"/>
                <a:gd name="T58" fmla="*/ 458 w 1155"/>
                <a:gd name="T59" fmla="*/ 369 h 591"/>
                <a:gd name="T60" fmla="*/ 422 w 1155"/>
                <a:gd name="T61" fmla="*/ 404 h 591"/>
                <a:gd name="T62" fmla="*/ 379 w 1155"/>
                <a:gd name="T63" fmla="*/ 428 h 591"/>
                <a:gd name="T64" fmla="*/ 335 w 1155"/>
                <a:gd name="T65" fmla="*/ 417 h 591"/>
                <a:gd name="T66" fmla="*/ 314 w 1155"/>
                <a:gd name="T67" fmla="*/ 379 h 591"/>
                <a:gd name="T68" fmla="*/ 364 w 1155"/>
                <a:gd name="T69" fmla="*/ 288 h 591"/>
                <a:gd name="T70" fmla="*/ 252 w 1155"/>
                <a:gd name="T71" fmla="*/ 393 h 591"/>
                <a:gd name="T72" fmla="*/ 96 w 1155"/>
                <a:gd name="T73" fmla="*/ 581 h 591"/>
                <a:gd name="T74" fmla="*/ 49 w 1155"/>
                <a:gd name="T75" fmla="*/ 590 h 591"/>
                <a:gd name="T76" fmla="*/ 9 w 1155"/>
                <a:gd name="T77" fmla="*/ 569 h 591"/>
                <a:gd name="T78" fmla="*/ 2 w 1155"/>
                <a:gd name="T79" fmla="*/ 527 h 591"/>
                <a:gd name="T80" fmla="*/ 138 w 1155"/>
                <a:gd name="T81" fmla="*/ 351 h 591"/>
                <a:gd name="T82" fmla="*/ 344 w 1155"/>
                <a:gd name="T83" fmla="*/ 123 h 591"/>
                <a:gd name="T84" fmla="*/ 398 w 1155"/>
                <a:gd name="T85" fmla="*/ 70 h 591"/>
                <a:gd name="T86" fmla="*/ 462 w 1155"/>
                <a:gd name="T87" fmla="*/ 20 h 591"/>
                <a:gd name="T88" fmla="*/ 534 w 1155"/>
                <a:gd name="T89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5" h="591">
                  <a:moveTo>
                    <a:pt x="534" y="0"/>
                  </a:moveTo>
                  <a:lnTo>
                    <a:pt x="545" y="2"/>
                  </a:lnTo>
                  <a:lnTo>
                    <a:pt x="557" y="5"/>
                  </a:lnTo>
                  <a:lnTo>
                    <a:pt x="567" y="10"/>
                  </a:lnTo>
                  <a:lnTo>
                    <a:pt x="576" y="18"/>
                  </a:lnTo>
                  <a:lnTo>
                    <a:pt x="583" y="28"/>
                  </a:lnTo>
                  <a:lnTo>
                    <a:pt x="591" y="54"/>
                  </a:lnTo>
                  <a:lnTo>
                    <a:pt x="593" y="82"/>
                  </a:lnTo>
                  <a:lnTo>
                    <a:pt x="591" y="111"/>
                  </a:lnTo>
                  <a:lnTo>
                    <a:pt x="584" y="140"/>
                  </a:lnTo>
                  <a:lnTo>
                    <a:pt x="573" y="170"/>
                  </a:lnTo>
                  <a:lnTo>
                    <a:pt x="560" y="199"/>
                  </a:lnTo>
                  <a:lnTo>
                    <a:pt x="543" y="230"/>
                  </a:lnTo>
                  <a:lnTo>
                    <a:pt x="557" y="235"/>
                  </a:lnTo>
                  <a:lnTo>
                    <a:pt x="569" y="242"/>
                  </a:lnTo>
                  <a:lnTo>
                    <a:pt x="579" y="254"/>
                  </a:lnTo>
                  <a:lnTo>
                    <a:pt x="583" y="263"/>
                  </a:lnTo>
                  <a:lnTo>
                    <a:pt x="587" y="270"/>
                  </a:lnTo>
                  <a:lnTo>
                    <a:pt x="604" y="269"/>
                  </a:lnTo>
                  <a:lnTo>
                    <a:pt x="620" y="272"/>
                  </a:lnTo>
                  <a:lnTo>
                    <a:pt x="637" y="278"/>
                  </a:lnTo>
                  <a:lnTo>
                    <a:pt x="653" y="289"/>
                  </a:lnTo>
                  <a:lnTo>
                    <a:pt x="668" y="303"/>
                  </a:lnTo>
                  <a:lnTo>
                    <a:pt x="681" y="323"/>
                  </a:lnTo>
                  <a:lnTo>
                    <a:pt x="689" y="338"/>
                  </a:lnTo>
                  <a:lnTo>
                    <a:pt x="692" y="349"/>
                  </a:lnTo>
                  <a:lnTo>
                    <a:pt x="693" y="357"/>
                  </a:lnTo>
                  <a:lnTo>
                    <a:pt x="746" y="351"/>
                  </a:lnTo>
                  <a:lnTo>
                    <a:pt x="797" y="350"/>
                  </a:lnTo>
                  <a:lnTo>
                    <a:pt x="847" y="351"/>
                  </a:lnTo>
                  <a:lnTo>
                    <a:pt x="897" y="355"/>
                  </a:lnTo>
                  <a:lnTo>
                    <a:pt x="946" y="361"/>
                  </a:lnTo>
                  <a:lnTo>
                    <a:pt x="996" y="366"/>
                  </a:lnTo>
                  <a:lnTo>
                    <a:pt x="1048" y="369"/>
                  </a:lnTo>
                  <a:lnTo>
                    <a:pt x="1101" y="371"/>
                  </a:lnTo>
                  <a:lnTo>
                    <a:pt x="1118" y="373"/>
                  </a:lnTo>
                  <a:lnTo>
                    <a:pt x="1131" y="379"/>
                  </a:lnTo>
                  <a:lnTo>
                    <a:pt x="1142" y="389"/>
                  </a:lnTo>
                  <a:lnTo>
                    <a:pt x="1149" y="400"/>
                  </a:lnTo>
                  <a:lnTo>
                    <a:pt x="1154" y="413"/>
                  </a:lnTo>
                  <a:lnTo>
                    <a:pt x="1155" y="427"/>
                  </a:lnTo>
                  <a:lnTo>
                    <a:pt x="1154" y="441"/>
                  </a:lnTo>
                  <a:lnTo>
                    <a:pt x="1149" y="454"/>
                  </a:lnTo>
                  <a:lnTo>
                    <a:pt x="1142" y="466"/>
                  </a:lnTo>
                  <a:lnTo>
                    <a:pt x="1131" y="475"/>
                  </a:lnTo>
                  <a:lnTo>
                    <a:pt x="1118" y="481"/>
                  </a:lnTo>
                  <a:lnTo>
                    <a:pt x="1101" y="483"/>
                  </a:lnTo>
                  <a:lnTo>
                    <a:pt x="1066" y="482"/>
                  </a:lnTo>
                  <a:lnTo>
                    <a:pt x="1031" y="478"/>
                  </a:lnTo>
                  <a:lnTo>
                    <a:pt x="993" y="473"/>
                  </a:lnTo>
                  <a:lnTo>
                    <a:pt x="957" y="467"/>
                  </a:lnTo>
                  <a:lnTo>
                    <a:pt x="919" y="460"/>
                  </a:lnTo>
                  <a:lnTo>
                    <a:pt x="881" y="455"/>
                  </a:lnTo>
                  <a:lnTo>
                    <a:pt x="843" y="452"/>
                  </a:lnTo>
                  <a:lnTo>
                    <a:pt x="807" y="451"/>
                  </a:lnTo>
                  <a:lnTo>
                    <a:pt x="771" y="454"/>
                  </a:lnTo>
                  <a:lnTo>
                    <a:pt x="738" y="461"/>
                  </a:lnTo>
                  <a:lnTo>
                    <a:pt x="705" y="474"/>
                  </a:lnTo>
                  <a:lnTo>
                    <a:pt x="693" y="480"/>
                  </a:lnTo>
                  <a:lnTo>
                    <a:pt x="679" y="486"/>
                  </a:lnTo>
                  <a:lnTo>
                    <a:pt x="664" y="492"/>
                  </a:lnTo>
                  <a:lnTo>
                    <a:pt x="651" y="494"/>
                  </a:lnTo>
                  <a:lnTo>
                    <a:pt x="636" y="492"/>
                  </a:lnTo>
                  <a:lnTo>
                    <a:pt x="626" y="487"/>
                  </a:lnTo>
                  <a:lnTo>
                    <a:pt x="614" y="482"/>
                  </a:lnTo>
                  <a:lnTo>
                    <a:pt x="603" y="477"/>
                  </a:lnTo>
                  <a:lnTo>
                    <a:pt x="592" y="471"/>
                  </a:lnTo>
                  <a:lnTo>
                    <a:pt x="584" y="464"/>
                  </a:lnTo>
                  <a:lnTo>
                    <a:pt x="576" y="454"/>
                  </a:lnTo>
                  <a:lnTo>
                    <a:pt x="572" y="442"/>
                  </a:lnTo>
                  <a:lnTo>
                    <a:pt x="571" y="423"/>
                  </a:lnTo>
                  <a:lnTo>
                    <a:pt x="571" y="407"/>
                  </a:lnTo>
                  <a:lnTo>
                    <a:pt x="560" y="427"/>
                  </a:lnTo>
                  <a:lnTo>
                    <a:pt x="547" y="446"/>
                  </a:lnTo>
                  <a:lnTo>
                    <a:pt x="537" y="457"/>
                  </a:lnTo>
                  <a:lnTo>
                    <a:pt x="524" y="466"/>
                  </a:lnTo>
                  <a:lnTo>
                    <a:pt x="509" y="470"/>
                  </a:lnTo>
                  <a:lnTo>
                    <a:pt x="495" y="471"/>
                  </a:lnTo>
                  <a:lnTo>
                    <a:pt x="480" y="469"/>
                  </a:lnTo>
                  <a:lnTo>
                    <a:pt x="467" y="464"/>
                  </a:lnTo>
                  <a:lnTo>
                    <a:pt x="455" y="456"/>
                  </a:lnTo>
                  <a:lnTo>
                    <a:pt x="446" y="446"/>
                  </a:lnTo>
                  <a:lnTo>
                    <a:pt x="440" y="433"/>
                  </a:lnTo>
                  <a:lnTo>
                    <a:pt x="439" y="419"/>
                  </a:lnTo>
                  <a:lnTo>
                    <a:pt x="444" y="402"/>
                  </a:lnTo>
                  <a:lnTo>
                    <a:pt x="447" y="396"/>
                  </a:lnTo>
                  <a:lnTo>
                    <a:pt x="450" y="390"/>
                  </a:lnTo>
                  <a:lnTo>
                    <a:pt x="450" y="390"/>
                  </a:lnTo>
                  <a:lnTo>
                    <a:pt x="449" y="390"/>
                  </a:lnTo>
                  <a:lnTo>
                    <a:pt x="458" y="369"/>
                  </a:lnTo>
                  <a:lnTo>
                    <a:pt x="445" y="378"/>
                  </a:lnTo>
                  <a:lnTo>
                    <a:pt x="432" y="390"/>
                  </a:lnTo>
                  <a:lnTo>
                    <a:pt x="422" y="404"/>
                  </a:lnTo>
                  <a:lnTo>
                    <a:pt x="409" y="417"/>
                  </a:lnTo>
                  <a:lnTo>
                    <a:pt x="394" y="425"/>
                  </a:lnTo>
                  <a:lnTo>
                    <a:pt x="379" y="428"/>
                  </a:lnTo>
                  <a:lnTo>
                    <a:pt x="363" y="428"/>
                  </a:lnTo>
                  <a:lnTo>
                    <a:pt x="348" y="424"/>
                  </a:lnTo>
                  <a:lnTo>
                    <a:pt x="335" y="417"/>
                  </a:lnTo>
                  <a:lnTo>
                    <a:pt x="324" y="406"/>
                  </a:lnTo>
                  <a:lnTo>
                    <a:pt x="317" y="394"/>
                  </a:lnTo>
                  <a:lnTo>
                    <a:pt x="314" y="379"/>
                  </a:lnTo>
                  <a:lnTo>
                    <a:pt x="316" y="364"/>
                  </a:lnTo>
                  <a:lnTo>
                    <a:pt x="323" y="347"/>
                  </a:lnTo>
                  <a:lnTo>
                    <a:pt x="364" y="288"/>
                  </a:lnTo>
                  <a:lnTo>
                    <a:pt x="404" y="226"/>
                  </a:lnTo>
                  <a:lnTo>
                    <a:pt x="326" y="309"/>
                  </a:lnTo>
                  <a:lnTo>
                    <a:pt x="252" y="393"/>
                  </a:lnTo>
                  <a:lnTo>
                    <a:pt x="179" y="480"/>
                  </a:lnTo>
                  <a:lnTo>
                    <a:pt x="108" y="569"/>
                  </a:lnTo>
                  <a:lnTo>
                    <a:pt x="96" y="581"/>
                  </a:lnTo>
                  <a:lnTo>
                    <a:pt x="80" y="588"/>
                  </a:lnTo>
                  <a:lnTo>
                    <a:pt x="65" y="591"/>
                  </a:lnTo>
                  <a:lnTo>
                    <a:pt x="49" y="590"/>
                  </a:lnTo>
                  <a:lnTo>
                    <a:pt x="33" y="586"/>
                  </a:lnTo>
                  <a:lnTo>
                    <a:pt x="21" y="579"/>
                  </a:lnTo>
                  <a:lnTo>
                    <a:pt x="9" y="569"/>
                  </a:lnTo>
                  <a:lnTo>
                    <a:pt x="2" y="556"/>
                  </a:lnTo>
                  <a:lnTo>
                    <a:pt x="0" y="542"/>
                  </a:lnTo>
                  <a:lnTo>
                    <a:pt x="2" y="527"/>
                  </a:lnTo>
                  <a:lnTo>
                    <a:pt x="11" y="511"/>
                  </a:lnTo>
                  <a:lnTo>
                    <a:pt x="74" y="431"/>
                  </a:lnTo>
                  <a:lnTo>
                    <a:pt x="138" y="351"/>
                  </a:lnTo>
                  <a:lnTo>
                    <a:pt x="204" y="273"/>
                  </a:lnTo>
                  <a:lnTo>
                    <a:pt x="273" y="196"/>
                  </a:lnTo>
                  <a:lnTo>
                    <a:pt x="344" y="123"/>
                  </a:lnTo>
                  <a:lnTo>
                    <a:pt x="361" y="107"/>
                  </a:lnTo>
                  <a:lnTo>
                    <a:pt x="380" y="89"/>
                  </a:lnTo>
                  <a:lnTo>
                    <a:pt x="398" y="70"/>
                  </a:lnTo>
                  <a:lnTo>
                    <a:pt x="418" y="52"/>
                  </a:lnTo>
                  <a:lnTo>
                    <a:pt x="439" y="35"/>
                  </a:lnTo>
                  <a:lnTo>
                    <a:pt x="462" y="20"/>
                  </a:lnTo>
                  <a:lnTo>
                    <a:pt x="485" y="9"/>
                  </a:lnTo>
                  <a:lnTo>
                    <a:pt x="509" y="2"/>
                  </a:lnTo>
                  <a:lnTo>
                    <a:pt x="5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0" name="TextBox 44"/>
          <p:cNvSpPr txBox="1"/>
          <p:nvPr/>
        </p:nvSpPr>
        <p:spPr>
          <a:xfrm>
            <a:off x="3514294" y="134821"/>
            <a:ext cx="52296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Portal Web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12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1106"/>
          <p:cNvGrpSpPr/>
          <p:nvPr/>
        </p:nvGrpSpPr>
        <p:grpSpPr>
          <a:xfrm>
            <a:off x="3029803" y="1550809"/>
            <a:ext cx="6112052" cy="4414522"/>
            <a:chOff x="2576804" y="1550809"/>
            <a:chExt cx="7033915" cy="4414522"/>
          </a:xfrm>
        </p:grpSpPr>
        <p:sp>
          <p:nvSpPr>
            <p:cNvPr id="37" name="Freeform 61"/>
            <p:cNvSpPr>
              <a:spLocks/>
            </p:cNvSpPr>
            <p:nvPr/>
          </p:nvSpPr>
          <p:spPr bwMode="auto">
            <a:xfrm>
              <a:off x="2576804" y="2531814"/>
              <a:ext cx="3415302" cy="901640"/>
            </a:xfrm>
            <a:custGeom>
              <a:avLst/>
              <a:gdLst>
                <a:gd name="T0" fmla="*/ 1526 w 2799"/>
                <a:gd name="T1" fmla="*/ 168 h 739"/>
                <a:gd name="T2" fmla="*/ 0 w 2799"/>
                <a:gd name="T3" fmla="*/ 689 h 739"/>
                <a:gd name="T4" fmla="*/ 1 w 2799"/>
                <a:gd name="T5" fmla="*/ 739 h 739"/>
                <a:gd name="T6" fmla="*/ 1014 w 2799"/>
                <a:gd name="T7" fmla="*/ 655 h 739"/>
                <a:gd name="T8" fmla="*/ 2210 w 2799"/>
                <a:gd name="T9" fmla="*/ 492 h 739"/>
                <a:gd name="T10" fmla="*/ 2799 w 2799"/>
                <a:gd name="T11" fmla="*/ 247 h 739"/>
                <a:gd name="T12" fmla="*/ 2170 w 2799"/>
                <a:gd name="T13" fmla="*/ 0 h 739"/>
                <a:gd name="T14" fmla="*/ 1526 w 2799"/>
                <a:gd name="T15" fmla="*/ 168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9" h="739">
                  <a:moveTo>
                    <a:pt x="1526" y="168"/>
                  </a:moveTo>
                  <a:cubicBezTo>
                    <a:pt x="0" y="689"/>
                    <a:pt x="0" y="689"/>
                    <a:pt x="0" y="689"/>
                  </a:cubicBezTo>
                  <a:cubicBezTo>
                    <a:pt x="1" y="739"/>
                    <a:pt x="1" y="739"/>
                    <a:pt x="1" y="739"/>
                  </a:cubicBezTo>
                  <a:cubicBezTo>
                    <a:pt x="19" y="739"/>
                    <a:pt x="485" y="711"/>
                    <a:pt x="1014" y="655"/>
                  </a:cubicBezTo>
                  <a:cubicBezTo>
                    <a:pt x="1467" y="608"/>
                    <a:pt x="2079" y="519"/>
                    <a:pt x="2210" y="492"/>
                  </a:cubicBezTo>
                  <a:cubicBezTo>
                    <a:pt x="2591" y="412"/>
                    <a:pt x="2799" y="247"/>
                    <a:pt x="2799" y="247"/>
                  </a:cubicBezTo>
                  <a:cubicBezTo>
                    <a:pt x="2170" y="0"/>
                    <a:pt x="2170" y="0"/>
                    <a:pt x="2170" y="0"/>
                  </a:cubicBezTo>
                  <a:lnTo>
                    <a:pt x="1526" y="168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62"/>
            <p:cNvSpPr>
              <a:spLocks noChangeArrowheads="1"/>
            </p:cNvSpPr>
            <p:nvPr/>
          </p:nvSpPr>
          <p:spPr bwMode="auto">
            <a:xfrm>
              <a:off x="4709254" y="1550809"/>
              <a:ext cx="1282852" cy="1282852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63"/>
            <p:cNvSpPr>
              <a:spLocks/>
            </p:cNvSpPr>
            <p:nvPr/>
          </p:nvSpPr>
          <p:spPr bwMode="auto">
            <a:xfrm>
              <a:off x="2576804" y="1552110"/>
              <a:ext cx="2133750" cy="1846215"/>
            </a:xfrm>
            <a:custGeom>
              <a:avLst/>
              <a:gdLst>
                <a:gd name="T0" fmla="*/ 0 w 1749"/>
                <a:gd name="T1" fmla="*/ 1100 h 1513"/>
                <a:gd name="T2" fmla="*/ 0 w 1749"/>
                <a:gd name="T3" fmla="*/ 1492 h 1513"/>
                <a:gd name="T4" fmla="*/ 1749 w 1749"/>
                <a:gd name="T5" fmla="*/ 1050 h 1513"/>
                <a:gd name="T6" fmla="*/ 1749 w 1749"/>
                <a:gd name="T7" fmla="*/ 0 h 1513"/>
                <a:gd name="T8" fmla="*/ 0 w 1749"/>
                <a:gd name="T9" fmla="*/ 1100 h 1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9" h="1513">
                  <a:moveTo>
                    <a:pt x="0" y="1100"/>
                  </a:moveTo>
                  <a:cubicBezTo>
                    <a:pt x="0" y="1492"/>
                    <a:pt x="0" y="1492"/>
                    <a:pt x="0" y="1492"/>
                  </a:cubicBezTo>
                  <a:cubicBezTo>
                    <a:pt x="0" y="1492"/>
                    <a:pt x="1140" y="1513"/>
                    <a:pt x="1749" y="1050"/>
                  </a:cubicBezTo>
                  <a:cubicBezTo>
                    <a:pt x="1749" y="0"/>
                    <a:pt x="1749" y="0"/>
                    <a:pt x="1749" y="0"/>
                  </a:cubicBezTo>
                  <a:cubicBezTo>
                    <a:pt x="1473" y="1034"/>
                    <a:pt x="0" y="1100"/>
                    <a:pt x="0" y="110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64"/>
            <p:cNvSpPr>
              <a:spLocks/>
            </p:cNvSpPr>
            <p:nvPr/>
          </p:nvSpPr>
          <p:spPr bwMode="auto">
            <a:xfrm>
              <a:off x="2576804" y="4082686"/>
              <a:ext cx="3415302" cy="901640"/>
            </a:xfrm>
            <a:custGeom>
              <a:avLst/>
              <a:gdLst>
                <a:gd name="T0" fmla="*/ 0 w 2799"/>
                <a:gd name="T1" fmla="*/ 50 h 739"/>
                <a:gd name="T2" fmla="*/ 1526 w 2799"/>
                <a:gd name="T3" fmla="*/ 572 h 739"/>
                <a:gd name="T4" fmla="*/ 2170 w 2799"/>
                <a:gd name="T5" fmla="*/ 739 h 739"/>
                <a:gd name="T6" fmla="*/ 2799 w 2799"/>
                <a:gd name="T7" fmla="*/ 493 h 739"/>
                <a:gd name="T8" fmla="*/ 2210 w 2799"/>
                <a:gd name="T9" fmla="*/ 248 h 739"/>
                <a:gd name="T10" fmla="*/ 1014 w 2799"/>
                <a:gd name="T11" fmla="*/ 84 h 739"/>
                <a:gd name="T12" fmla="*/ 1 w 2799"/>
                <a:gd name="T13" fmla="*/ 0 h 739"/>
                <a:gd name="T14" fmla="*/ 0 w 2799"/>
                <a:gd name="T15" fmla="*/ 5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9" h="739">
                  <a:moveTo>
                    <a:pt x="0" y="50"/>
                  </a:moveTo>
                  <a:cubicBezTo>
                    <a:pt x="1526" y="572"/>
                    <a:pt x="1526" y="572"/>
                    <a:pt x="1526" y="572"/>
                  </a:cubicBezTo>
                  <a:cubicBezTo>
                    <a:pt x="2170" y="739"/>
                    <a:pt x="2170" y="739"/>
                    <a:pt x="2170" y="739"/>
                  </a:cubicBezTo>
                  <a:cubicBezTo>
                    <a:pt x="2799" y="493"/>
                    <a:pt x="2799" y="493"/>
                    <a:pt x="2799" y="493"/>
                  </a:cubicBezTo>
                  <a:cubicBezTo>
                    <a:pt x="2799" y="493"/>
                    <a:pt x="2591" y="327"/>
                    <a:pt x="2210" y="248"/>
                  </a:cubicBezTo>
                  <a:cubicBezTo>
                    <a:pt x="2079" y="220"/>
                    <a:pt x="1467" y="132"/>
                    <a:pt x="1014" y="84"/>
                  </a:cubicBezTo>
                  <a:cubicBezTo>
                    <a:pt x="485" y="28"/>
                    <a:pt x="19" y="0"/>
                    <a:pt x="1" y="0"/>
                  </a:cubicBezTo>
                  <a:lnTo>
                    <a:pt x="0" y="5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65"/>
            <p:cNvSpPr>
              <a:spLocks noChangeArrowheads="1"/>
            </p:cNvSpPr>
            <p:nvPr/>
          </p:nvSpPr>
          <p:spPr bwMode="auto">
            <a:xfrm>
              <a:off x="4709254" y="4683779"/>
              <a:ext cx="1282852" cy="128155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66"/>
            <p:cNvSpPr>
              <a:spLocks/>
            </p:cNvSpPr>
            <p:nvPr/>
          </p:nvSpPr>
          <p:spPr bwMode="auto">
            <a:xfrm>
              <a:off x="2576804" y="4142535"/>
              <a:ext cx="2133750" cy="1822796"/>
            </a:xfrm>
            <a:custGeom>
              <a:avLst/>
              <a:gdLst>
                <a:gd name="T0" fmla="*/ 0 w 1749"/>
                <a:gd name="T1" fmla="*/ 0 h 1493"/>
                <a:gd name="T2" fmla="*/ 0 w 1749"/>
                <a:gd name="T3" fmla="*/ 393 h 1493"/>
                <a:gd name="T4" fmla="*/ 1749 w 1749"/>
                <a:gd name="T5" fmla="*/ 1493 h 1493"/>
                <a:gd name="T6" fmla="*/ 1749 w 1749"/>
                <a:gd name="T7" fmla="*/ 443 h 1493"/>
                <a:gd name="T8" fmla="*/ 22 w 1749"/>
                <a:gd name="T9" fmla="*/ 0 h 1493"/>
                <a:gd name="T10" fmla="*/ 0 w 1749"/>
                <a:gd name="T1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49" h="1493">
                  <a:moveTo>
                    <a:pt x="0" y="0"/>
                  </a:moveTo>
                  <a:cubicBezTo>
                    <a:pt x="0" y="393"/>
                    <a:pt x="0" y="393"/>
                    <a:pt x="0" y="393"/>
                  </a:cubicBezTo>
                  <a:cubicBezTo>
                    <a:pt x="0" y="393"/>
                    <a:pt x="1473" y="458"/>
                    <a:pt x="1749" y="1493"/>
                  </a:cubicBezTo>
                  <a:cubicBezTo>
                    <a:pt x="1749" y="443"/>
                    <a:pt x="1749" y="443"/>
                    <a:pt x="1749" y="443"/>
                  </a:cubicBezTo>
                  <a:cubicBezTo>
                    <a:pt x="1191" y="17"/>
                    <a:pt x="184" y="0"/>
                    <a:pt x="22" y="0"/>
                  </a:cubicBezTo>
                  <a:cubicBezTo>
                    <a:pt x="8" y="0"/>
                    <a:pt x="0" y="0"/>
                    <a:pt x="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67"/>
            <p:cNvSpPr>
              <a:spLocks/>
            </p:cNvSpPr>
            <p:nvPr/>
          </p:nvSpPr>
          <p:spPr bwMode="auto">
            <a:xfrm>
              <a:off x="2579407" y="3117294"/>
              <a:ext cx="2132450" cy="1282852"/>
            </a:xfrm>
            <a:custGeom>
              <a:avLst/>
              <a:gdLst>
                <a:gd name="T0" fmla="*/ 1216 w 1748"/>
                <a:gd name="T1" fmla="*/ 171 h 1052"/>
                <a:gd name="T2" fmla="*/ 0 w 1748"/>
                <a:gd name="T3" fmla="*/ 314 h 1052"/>
                <a:gd name="T4" fmla="*/ 0 w 1748"/>
                <a:gd name="T5" fmla="*/ 698 h 1052"/>
                <a:gd name="T6" fmla="*/ 1217 w 1748"/>
                <a:gd name="T7" fmla="*/ 874 h 1052"/>
                <a:gd name="T8" fmla="*/ 1748 w 1748"/>
                <a:gd name="T9" fmla="*/ 1052 h 1052"/>
                <a:gd name="T10" fmla="*/ 1748 w 1748"/>
                <a:gd name="T11" fmla="*/ 0 h 1052"/>
                <a:gd name="T12" fmla="*/ 1216 w 1748"/>
                <a:gd name="T13" fmla="*/ 171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8" h="1052">
                  <a:moveTo>
                    <a:pt x="1216" y="171"/>
                  </a:moveTo>
                  <a:cubicBezTo>
                    <a:pt x="921" y="230"/>
                    <a:pt x="322" y="308"/>
                    <a:pt x="0" y="314"/>
                  </a:cubicBezTo>
                  <a:cubicBezTo>
                    <a:pt x="0" y="698"/>
                    <a:pt x="0" y="698"/>
                    <a:pt x="0" y="698"/>
                  </a:cubicBezTo>
                  <a:cubicBezTo>
                    <a:pt x="323" y="711"/>
                    <a:pt x="938" y="819"/>
                    <a:pt x="1217" y="874"/>
                  </a:cubicBezTo>
                  <a:cubicBezTo>
                    <a:pt x="1517" y="933"/>
                    <a:pt x="1570" y="981"/>
                    <a:pt x="1748" y="1052"/>
                  </a:cubicBezTo>
                  <a:cubicBezTo>
                    <a:pt x="1748" y="0"/>
                    <a:pt x="1748" y="0"/>
                    <a:pt x="1748" y="0"/>
                  </a:cubicBezTo>
                  <a:cubicBezTo>
                    <a:pt x="1570" y="76"/>
                    <a:pt x="1507" y="113"/>
                    <a:pt x="1216" y="171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 68"/>
            <p:cNvSpPr>
              <a:spLocks noChangeArrowheads="1"/>
            </p:cNvSpPr>
            <p:nvPr/>
          </p:nvSpPr>
          <p:spPr bwMode="auto">
            <a:xfrm>
              <a:off x="4704049" y="3117294"/>
              <a:ext cx="1281552" cy="128155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Oval 1066"/>
            <p:cNvSpPr/>
            <p:nvPr/>
          </p:nvSpPr>
          <p:spPr>
            <a:xfrm>
              <a:off x="2954764" y="2240765"/>
              <a:ext cx="467733" cy="3058810"/>
            </a:xfrm>
            <a:prstGeom prst="ellipse">
              <a:avLst/>
            </a:prstGeom>
            <a:solidFill>
              <a:schemeClr val="tx1">
                <a:alpha val="64000"/>
              </a:schemeClr>
            </a:solidFill>
            <a:ln>
              <a:noFill/>
            </a:ln>
            <a:effectLst>
              <a:softEdge rad="139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73"/>
            <p:cNvSpPr>
              <a:spLocks noEditPoints="1"/>
            </p:cNvSpPr>
            <p:nvPr/>
          </p:nvSpPr>
          <p:spPr bwMode="auto">
            <a:xfrm>
              <a:off x="5032232" y="1939499"/>
              <a:ext cx="636894" cy="505471"/>
            </a:xfrm>
            <a:custGeom>
              <a:avLst/>
              <a:gdLst>
                <a:gd name="T0" fmla="*/ 3526 w 3526"/>
                <a:gd name="T1" fmla="*/ 2803 h 2803"/>
                <a:gd name="T2" fmla="*/ 0 w 3526"/>
                <a:gd name="T3" fmla="*/ 1227 h 2803"/>
                <a:gd name="T4" fmla="*/ 69 w 3526"/>
                <a:gd name="T5" fmla="*/ 1291 h 2803"/>
                <a:gd name="T6" fmla="*/ 150 w 3526"/>
                <a:gd name="T7" fmla="*/ 1340 h 2803"/>
                <a:gd name="T8" fmla="*/ 241 w 3526"/>
                <a:gd name="T9" fmla="*/ 1372 h 2803"/>
                <a:gd name="T10" fmla="*/ 341 w 3526"/>
                <a:gd name="T11" fmla="*/ 1382 h 2803"/>
                <a:gd name="T12" fmla="*/ 513 w 3526"/>
                <a:gd name="T13" fmla="*/ 1663 h 2803"/>
                <a:gd name="T14" fmla="*/ 921 w 3526"/>
                <a:gd name="T15" fmla="*/ 1382 h 2803"/>
                <a:gd name="T16" fmla="*/ 2494 w 3526"/>
                <a:gd name="T17" fmla="*/ 1663 h 2803"/>
                <a:gd name="T18" fmla="*/ 2900 w 3526"/>
                <a:gd name="T19" fmla="*/ 1382 h 2803"/>
                <a:gd name="T20" fmla="*/ 3223 w 3526"/>
                <a:gd name="T21" fmla="*/ 1379 h 2803"/>
                <a:gd name="T22" fmla="*/ 3323 w 3526"/>
                <a:gd name="T23" fmla="*/ 1355 h 2803"/>
                <a:gd name="T24" fmla="*/ 3414 w 3526"/>
                <a:gd name="T25" fmla="*/ 1309 h 2803"/>
                <a:gd name="T26" fmla="*/ 3492 w 3526"/>
                <a:gd name="T27" fmla="*/ 1245 h 2803"/>
                <a:gd name="T28" fmla="*/ 1317 w 3526"/>
                <a:gd name="T29" fmla="*/ 133 h 2803"/>
                <a:gd name="T30" fmla="*/ 2217 w 3526"/>
                <a:gd name="T31" fmla="*/ 350 h 2803"/>
                <a:gd name="T32" fmla="*/ 1317 w 3526"/>
                <a:gd name="T33" fmla="*/ 133 h 2803"/>
                <a:gd name="T34" fmla="*/ 2284 w 3526"/>
                <a:gd name="T35" fmla="*/ 0 h 2803"/>
                <a:gd name="T36" fmla="*/ 2317 w 3526"/>
                <a:gd name="T37" fmla="*/ 9 h 2803"/>
                <a:gd name="T38" fmla="*/ 2341 w 3526"/>
                <a:gd name="T39" fmla="*/ 32 h 2803"/>
                <a:gd name="T40" fmla="*/ 2350 w 3526"/>
                <a:gd name="T41" fmla="*/ 67 h 2803"/>
                <a:gd name="T42" fmla="*/ 3526 w 3526"/>
                <a:gd name="T43" fmla="*/ 350 h 2803"/>
                <a:gd name="T44" fmla="*/ 3514 w 3526"/>
                <a:gd name="T45" fmla="*/ 1041 h 2803"/>
                <a:gd name="T46" fmla="*/ 3476 w 3526"/>
                <a:gd name="T47" fmla="*/ 1123 h 2803"/>
                <a:gd name="T48" fmla="*/ 3420 w 3526"/>
                <a:gd name="T49" fmla="*/ 1193 h 2803"/>
                <a:gd name="T50" fmla="*/ 3347 w 3526"/>
                <a:gd name="T51" fmla="*/ 1246 h 2803"/>
                <a:gd name="T52" fmla="*/ 3263 w 3526"/>
                <a:gd name="T53" fmla="*/ 1281 h 2803"/>
                <a:gd name="T54" fmla="*/ 3169 w 3526"/>
                <a:gd name="T55" fmla="*/ 1293 h 2803"/>
                <a:gd name="T56" fmla="*/ 2900 w 3526"/>
                <a:gd name="T57" fmla="*/ 1184 h 2803"/>
                <a:gd name="T58" fmla="*/ 2494 w 3526"/>
                <a:gd name="T59" fmla="*/ 1293 h 2803"/>
                <a:gd name="T60" fmla="*/ 921 w 3526"/>
                <a:gd name="T61" fmla="*/ 1184 h 2803"/>
                <a:gd name="T62" fmla="*/ 513 w 3526"/>
                <a:gd name="T63" fmla="*/ 1293 h 2803"/>
                <a:gd name="T64" fmla="*/ 294 w 3526"/>
                <a:gd name="T65" fmla="*/ 1291 h 2803"/>
                <a:gd name="T66" fmla="*/ 208 w 3526"/>
                <a:gd name="T67" fmla="*/ 1268 h 2803"/>
                <a:gd name="T68" fmla="*/ 131 w 3526"/>
                <a:gd name="T69" fmla="*/ 1226 h 2803"/>
                <a:gd name="T70" fmla="*/ 66 w 3526"/>
                <a:gd name="T71" fmla="*/ 1167 h 2803"/>
                <a:gd name="T72" fmla="*/ 17 w 3526"/>
                <a:gd name="T73" fmla="*/ 1094 h 2803"/>
                <a:gd name="T74" fmla="*/ 0 w 3526"/>
                <a:gd name="T75" fmla="*/ 350 h 2803"/>
                <a:gd name="T76" fmla="*/ 1182 w 3526"/>
                <a:gd name="T77" fmla="*/ 67 h 2803"/>
                <a:gd name="T78" fmla="*/ 1192 w 3526"/>
                <a:gd name="T79" fmla="*/ 32 h 2803"/>
                <a:gd name="T80" fmla="*/ 1216 w 3526"/>
                <a:gd name="T81" fmla="*/ 9 h 2803"/>
                <a:gd name="T82" fmla="*/ 1250 w 3526"/>
                <a:gd name="T83" fmla="*/ 0 h 2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526" h="2803">
                  <a:moveTo>
                    <a:pt x="3526" y="1207"/>
                  </a:moveTo>
                  <a:lnTo>
                    <a:pt x="3526" y="2803"/>
                  </a:lnTo>
                  <a:lnTo>
                    <a:pt x="0" y="2803"/>
                  </a:lnTo>
                  <a:lnTo>
                    <a:pt x="0" y="1227"/>
                  </a:lnTo>
                  <a:lnTo>
                    <a:pt x="32" y="1260"/>
                  </a:lnTo>
                  <a:lnTo>
                    <a:pt x="69" y="1291"/>
                  </a:lnTo>
                  <a:lnTo>
                    <a:pt x="108" y="1318"/>
                  </a:lnTo>
                  <a:lnTo>
                    <a:pt x="150" y="1340"/>
                  </a:lnTo>
                  <a:lnTo>
                    <a:pt x="195" y="1359"/>
                  </a:lnTo>
                  <a:lnTo>
                    <a:pt x="241" y="1372"/>
                  </a:lnTo>
                  <a:lnTo>
                    <a:pt x="290" y="1379"/>
                  </a:lnTo>
                  <a:lnTo>
                    <a:pt x="341" y="1382"/>
                  </a:lnTo>
                  <a:lnTo>
                    <a:pt x="513" y="1382"/>
                  </a:lnTo>
                  <a:lnTo>
                    <a:pt x="513" y="1663"/>
                  </a:lnTo>
                  <a:lnTo>
                    <a:pt x="921" y="1663"/>
                  </a:lnTo>
                  <a:lnTo>
                    <a:pt x="921" y="1382"/>
                  </a:lnTo>
                  <a:lnTo>
                    <a:pt x="2494" y="1382"/>
                  </a:lnTo>
                  <a:lnTo>
                    <a:pt x="2494" y="1663"/>
                  </a:lnTo>
                  <a:lnTo>
                    <a:pt x="2900" y="1663"/>
                  </a:lnTo>
                  <a:lnTo>
                    <a:pt x="2900" y="1382"/>
                  </a:lnTo>
                  <a:lnTo>
                    <a:pt x="3169" y="1382"/>
                  </a:lnTo>
                  <a:lnTo>
                    <a:pt x="3223" y="1379"/>
                  </a:lnTo>
                  <a:lnTo>
                    <a:pt x="3275" y="1371"/>
                  </a:lnTo>
                  <a:lnTo>
                    <a:pt x="3323" y="1355"/>
                  </a:lnTo>
                  <a:lnTo>
                    <a:pt x="3371" y="1335"/>
                  </a:lnTo>
                  <a:lnTo>
                    <a:pt x="3414" y="1309"/>
                  </a:lnTo>
                  <a:lnTo>
                    <a:pt x="3455" y="1280"/>
                  </a:lnTo>
                  <a:lnTo>
                    <a:pt x="3492" y="1245"/>
                  </a:lnTo>
                  <a:lnTo>
                    <a:pt x="3526" y="1207"/>
                  </a:lnTo>
                  <a:close/>
                  <a:moveTo>
                    <a:pt x="1317" y="133"/>
                  </a:moveTo>
                  <a:lnTo>
                    <a:pt x="1317" y="350"/>
                  </a:lnTo>
                  <a:lnTo>
                    <a:pt x="2217" y="350"/>
                  </a:lnTo>
                  <a:lnTo>
                    <a:pt x="2217" y="133"/>
                  </a:lnTo>
                  <a:lnTo>
                    <a:pt x="1317" y="133"/>
                  </a:lnTo>
                  <a:close/>
                  <a:moveTo>
                    <a:pt x="1250" y="0"/>
                  </a:moveTo>
                  <a:lnTo>
                    <a:pt x="2284" y="0"/>
                  </a:lnTo>
                  <a:lnTo>
                    <a:pt x="2301" y="2"/>
                  </a:lnTo>
                  <a:lnTo>
                    <a:pt x="2317" y="9"/>
                  </a:lnTo>
                  <a:lnTo>
                    <a:pt x="2330" y="19"/>
                  </a:lnTo>
                  <a:lnTo>
                    <a:pt x="2341" y="32"/>
                  </a:lnTo>
                  <a:lnTo>
                    <a:pt x="2348" y="49"/>
                  </a:lnTo>
                  <a:lnTo>
                    <a:pt x="2350" y="67"/>
                  </a:lnTo>
                  <a:lnTo>
                    <a:pt x="2350" y="350"/>
                  </a:lnTo>
                  <a:lnTo>
                    <a:pt x="3526" y="350"/>
                  </a:lnTo>
                  <a:lnTo>
                    <a:pt x="3526" y="995"/>
                  </a:lnTo>
                  <a:lnTo>
                    <a:pt x="3514" y="1041"/>
                  </a:lnTo>
                  <a:lnTo>
                    <a:pt x="3498" y="1083"/>
                  </a:lnTo>
                  <a:lnTo>
                    <a:pt x="3476" y="1123"/>
                  </a:lnTo>
                  <a:lnTo>
                    <a:pt x="3450" y="1160"/>
                  </a:lnTo>
                  <a:lnTo>
                    <a:pt x="3420" y="1193"/>
                  </a:lnTo>
                  <a:lnTo>
                    <a:pt x="3385" y="1221"/>
                  </a:lnTo>
                  <a:lnTo>
                    <a:pt x="3347" y="1246"/>
                  </a:lnTo>
                  <a:lnTo>
                    <a:pt x="3306" y="1267"/>
                  </a:lnTo>
                  <a:lnTo>
                    <a:pt x="3263" y="1281"/>
                  </a:lnTo>
                  <a:lnTo>
                    <a:pt x="3216" y="1291"/>
                  </a:lnTo>
                  <a:lnTo>
                    <a:pt x="3169" y="1293"/>
                  </a:lnTo>
                  <a:lnTo>
                    <a:pt x="2900" y="1293"/>
                  </a:lnTo>
                  <a:lnTo>
                    <a:pt x="2900" y="1184"/>
                  </a:lnTo>
                  <a:lnTo>
                    <a:pt x="2494" y="1184"/>
                  </a:lnTo>
                  <a:lnTo>
                    <a:pt x="2494" y="1293"/>
                  </a:lnTo>
                  <a:lnTo>
                    <a:pt x="921" y="1293"/>
                  </a:lnTo>
                  <a:lnTo>
                    <a:pt x="921" y="1184"/>
                  </a:lnTo>
                  <a:lnTo>
                    <a:pt x="513" y="1184"/>
                  </a:lnTo>
                  <a:lnTo>
                    <a:pt x="513" y="1293"/>
                  </a:lnTo>
                  <a:lnTo>
                    <a:pt x="341" y="1293"/>
                  </a:lnTo>
                  <a:lnTo>
                    <a:pt x="294" y="1291"/>
                  </a:lnTo>
                  <a:lnTo>
                    <a:pt x="250" y="1282"/>
                  </a:lnTo>
                  <a:lnTo>
                    <a:pt x="208" y="1268"/>
                  </a:lnTo>
                  <a:lnTo>
                    <a:pt x="168" y="1249"/>
                  </a:lnTo>
                  <a:lnTo>
                    <a:pt x="131" y="1226"/>
                  </a:lnTo>
                  <a:lnTo>
                    <a:pt x="96" y="1198"/>
                  </a:lnTo>
                  <a:lnTo>
                    <a:pt x="66" y="1167"/>
                  </a:lnTo>
                  <a:lnTo>
                    <a:pt x="40" y="1132"/>
                  </a:lnTo>
                  <a:lnTo>
                    <a:pt x="17" y="1094"/>
                  </a:lnTo>
                  <a:lnTo>
                    <a:pt x="0" y="1054"/>
                  </a:lnTo>
                  <a:lnTo>
                    <a:pt x="0" y="350"/>
                  </a:lnTo>
                  <a:lnTo>
                    <a:pt x="1182" y="350"/>
                  </a:lnTo>
                  <a:lnTo>
                    <a:pt x="1182" y="67"/>
                  </a:lnTo>
                  <a:lnTo>
                    <a:pt x="1185" y="49"/>
                  </a:lnTo>
                  <a:lnTo>
                    <a:pt x="1192" y="32"/>
                  </a:lnTo>
                  <a:lnTo>
                    <a:pt x="1202" y="19"/>
                  </a:lnTo>
                  <a:lnTo>
                    <a:pt x="1216" y="9"/>
                  </a:lnTo>
                  <a:lnTo>
                    <a:pt x="1232" y="2"/>
                  </a:lnTo>
                  <a:lnTo>
                    <a:pt x="125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7" name="Group 1095"/>
            <p:cNvGrpSpPr/>
            <p:nvPr/>
          </p:nvGrpSpPr>
          <p:grpSpPr>
            <a:xfrm>
              <a:off x="5024327" y="3494690"/>
              <a:ext cx="640996" cy="526760"/>
              <a:chOff x="5561013" y="4071938"/>
              <a:chExt cx="481013" cy="395288"/>
            </a:xfrm>
            <a:solidFill>
              <a:schemeClr val="bg1"/>
            </a:solidFill>
          </p:grpSpPr>
          <p:sp>
            <p:nvSpPr>
              <p:cNvPr id="83" name="Freeform 78"/>
              <p:cNvSpPr>
                <a:spLocks/>
              </p:cNvSpPr>
              <p:nvPr/>
            </p:nvSpPr>
            <p:spPr bwMode="auto">
              <a:xfrm>
                <a:off x="5561013" y="4100513"/>
                <a:ext cx="419100" cy="366713"/>
              </a:xfrm>
              <a:custGeom>
                <a:avLst/>
                <a:gdLst>
                  <a:gd name="T0" fmla="*/ 2249 w 2905"/>
                  <a:gd name="T1" fmla="*/ 239 h 2540"/>
                  <a:gd name="T2" fmla="*/ 2885 w 2905"/>
                  <a:gd name="T3" fmla="*/ 968 h 2540"/>
                  <a:gd name="T4" fmla="*/ 2609 w 2905"/>
                  <a:gd name="T5" fmla="*/ 1645 h 2540"/>
                  <a:gd name="T6" fmla="*/ 2513 w 2905"/>
                  <a:gd name="T7" fmla="*/ 1837 h 2540"/>
                  <a:gd name="T8" fmla="*/ 2362 w 2905"/>
                  <a:gd name="T9" fmla="*/ 1977 h 2540"/>
                  <a:gd name="T10" fmla="*/ 2169 w 2905"/>
                  <a:gd name="T11" fmla="*/ 2102 h 2540"/>
                  <a:gd name="T12" fmla="*/ 2044 w 2905"/>
                  <a:gd name="T13" fmla="*/ 2294 h 2540"/>
                  <a:gd name="T14" fmla="*/ 1903 w 2905"/>
                  <a:gd name="T15" fmla="*/ 2444 h 2540"/>
                  <a:gd name="T16" fmla="*/ 1710 w 2905"/>
                  <a:gd name="T17" fmla="*/ 2540 h 2540"/>
                  <a:gd name="T18" fmla="*/ 1191 w 2905"/>
                  <a:gd name="T19" fmla="*/ 2359 h 2540"/>
                  <a:gd name="T20" fmla="*/ 1027 w 2905"/>
                  <a:gd name="T21" fmla="*/ 2380 h 2540"/>
                  <a:gd name="T22" fmla="*/ 934 w 2905"/>
                  <a:gd name="T23" fmla="*/ 2229 h 2540"/>
                  <a:gd name="T24" fmla="*/ 907 w 2905"/>
                  <a:gd name="T25" fmla="*/ 2175 h 2540"/>
                  <a:gd name="T26" fmla="*/ 745 w 2905"/>
                  <a:gd name="T27" fmla="*/ 2107 h 2540"/>
                  <a:gd name="T28" fmla="*/ 735 w 2905"/>
                  <a:gd name="T29" fmla="*/ 1941 h 2540"/>
                  <a:gd name="T30" fmla="*/ 612 w 2905"/>
                  <a:gd name="T31" fmla="*/ 1952 h 2540"/>
                  <a:gd name="T32" fmla="*/ 495 w 2905"/>
                  <a:gd name="T33" fmla="*/ 1816 h 2540"/>
                  <a:gd name="T34" fmla="*/ 490 w 2905"/>
                  <a:gd name="T35" fmla="*/ 1730 h 2540"/>
                  <a:gd name="T36" fmla="*/ 323 w 2905"/>
                  <a:gd name="T37" fmla="*/ 1690 h 2540"/>
                  <a:gd name="T38" fmla="*/ 284 w 2905"/>
                  <a:gd name="T39" fmla="*/ 1525 h 2540"/>
                  <a:gd name="T40" fmla="*/ 0 w 2905"/>
                  <a:gd name="T41" fmla="*/ 904 h 2540"/>
                  <a:gd name="T42" fmla="*/ 87 w 2905"/>
                  <a:gd name="T43" fmla="*/ 837 h 2540"/>
                  <a:gd name="T44" fmla="*/ 629 w 2905"/>
                  <a:gd name="T45" fmla="*/ 1240 h 2540"/>
                  <a:gd name="T46" fmla="*/ 771 w 2905"/>
                  <a:gd name="T47" fmla="*/ 1357 h 2540"/>
                  <a:gd name="T48" fmla="*/ 760 w 2905"/>
                  <a:gd name="T49" fmla="*/ 1479 h 2540"/>
                  <a:gd name="T50" fmla="*/ 927 w 2905"/>
                  <a:gd name="T51" fmla="*/ 1489 h 2540"/>
                  <a:gd name="T52" fmla="*/ 996 w 2905"/>
                  <a:gd name="T53" fmla="*/ 1649 h 2540"/>
                  <a:gd name="T54" fmla="*/ 1050 w 2905"/>
                  <a:gd name="T55" fmla="*/ 1676 h 2540"/>
                  <a:gd name="T56" fmla="*/ 1201 w 2905"/>
                  <a:gd name="T57" fmla="*/ 1769 h 2540"/>
                  <a:gd name="T58" fmla="*/ 1181 w 2905"/>
                  <a:gd name="T59" fmla="*/ 1932 h 2540"/>
                  <a:gd name="T60" fmla="*/ 1344 w 2905"/>
                  <a:gd name="T61" fmla="*/ 1912 h 2540"/>
                  <a:gd name="T62" fmla="*/ 1438 w 2905"/>
                  <a:gd name="T63" fmla="*/ 2062 h 2540"/>
                  <a:gd name="T64" fmla="*/ 1716 w 2905"/>
                  <a:gd name="T65" fmla="*/ 2402 h 2540"/>
                  <a:gd name="T66" fmla="*/ 1809 w 2905"/>
                  <a:gd name="T67" fmla="*/ 2325 h 2540"/>
                  <a:gd name="T68" fmla="*/ 1567 w 2905"/>
                  <a:gd name="T69" fmla="*/ 2025 h 2540"/>
                  <a:gd name="T70" fmla="*/ 1633 w 2905"/>
                  <a:gd name="T71" fmla="*/ 1939 h 2540"/>
                  <a:gd name="T72" fmla="*/ 1936 w 2905"/>
                  <a:gd name="T73" fmla="*/ 2183 h 2540"/>
                  <a:gd name="T74" fmla="*/ 2029 w 2905"/>
                  <a:gd name="T75" fmla="*/ 2106 h 2540"/>
                  <a:gd name="T76" fmla="*/ 1786 w 2905"/>
                  <a:gd name="T77" fmla="*/ 1806 h 2540"/>
                  <a:gd name="T78" fmla="*/ 1853 w 2905"/>
                  <a:gd name="T79" fmla="*/ 1720 h 2540"/>
                  <a:gd name="T80" fmla="*/ 2156 w 2905"/>
                  <a:gd name="T81" fmla="*/ 1965 h 2540"/>
                  <a:gd name="T82" fmla="*/ 2249 w 2905"/>
                  <a:gd name="T83" fmla="*/ 1887 h 2540"/>
                  <a:gd name="T84" fmla="*/ 2006 w 2905"/>
                  <a:gd name="T85" fmla="*/ 1587 h 2540"/>
                  <a:gd name="T86" fmla="*/ 2074 w 2905"/>
                  <a:gd name="T87" fmla="*/ 1501 h 2540"/>
                  <a:gd name="T88" fmla="*/ 2377 w 2905"/>
                  <a:gd name="T89" fmla="*/ 1746 h 2540"/>
                  <a:gd name="T90" fmla="*/ 2469 w 2905"/>
                  <a:gd name="T91" fmla="*/ 1669 h 2540"/>
                  <a:gd name="T92" fmla="*/ 2438 w 2905"/>
                  <a:gd name="T93" fmla="*/ 1591 h 2540"/>
                  <a:gd name="T94" fmla="*/ 2295 w 2905"/>
                  <a:gd name="T95" fmla="*/ 1449 h 2540"/>
                  <a:gd name="T96" fmla="*/ 2062 w 2905"/>
                  <a:gd name="T97" fmla="*/ 1218 h 2540"/>
                  <a:gd name="T98" fmla="*/ 1813 w 2905"/>
                  <a:gd name="T99" fmla="*/ 970 h 2540"/>
                  <a:gd name="T100" fmla="*/ 1616 w 2905"/>
                  <a:gd name="T101" fmla="*/ 775 h 2540"/>
                  <a:gd name="T102" fmla="*/ 1537 w 2905"/>
                  <a:gd name="T103" fmla="*/ 706 h 2540"/>
                  <a:gd name="T104" fmla="*/ 1428 w 2905"/>
                  <a:gd name="T105" fmla="*/ 754 h 2540"/>
                  <a:gd name="T106" fmla="*/ 1226 w 2905"/>
                  <a:gd name="T107" fmla="*/ 1069 h 2540"/>
                  <a:gd name="T108" fmla="*/ 976 w 2905"/>
                  <a:gd name="T109" fmla="*/ 1147 h 2540"/>
                  <a:gd name="T110" fmla="*/ 796 w 2905"/>
                  <a:gd name="T111" fmla="*/ 1004 h 2540"/>
                  <a:gd name="T112" fmla="*/ 1064 w 2905"/>
                  <a:gd name="T113" fmla="*/ 203 h 2540"/>
                  <a:gd name="T114" fmla="*/ 1158 w 2905"/>
                  <a:gd name="T115" fmla="*/ 94 h 2540"/>
                  <a:gd name="T116" fmla="*/ 1338 w 2905"/>
                  <a:gd name="T117" fmla="*/ 10 h 2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05" h="2540">
                    <a:moveTo>
                      <a:pt x="1451" y="0"/>
                    </a:moveTo>
                    <a:lnTo>
                      <a:pt x="1493" y="3"/>
                    </a:lnTo>
                    <a:lnTo>
                      <a:pt x="1538" y="11"/>
                    </a:lnTo>
                    <a:lnTo>
                      <a:pt x="1585" y="23"/>
                    </a:lnTo>
                    <a:lnTo>
                      <a:pt x="2221" y="222"/>
                    </a:lnTo>
                    <a:lnTo>
                      <a:pt x="2236" y="229"/>
                    </a:lnTo>
                    <a:lnTo>
                      <a:pt x="2249" y="239"/>
                    </a:lnTo>
                    <a:lnTo>
                      <a:pt x="2885" y="870"/>
                    </a:lnTo>
                    <a:lnTo>
                      <a:pt x="2896" y="886"/>
                    </a:lnTo>
                    <a:lnTo>
                      <a:pt x="2903" y="902"/>
                    </a:lnTo>
                    <a:lnTo>
                      <a:pt x="2905" y="919"/>
                    </a:lnTo>
                    <a:lnTo>
                      <a:pt x="2903" y="936"/>
                    </a:lnTo>
                    <a:lnTo>
                      <a:pt x="2896" y="954"/>
                    </a:lnTo>
                    <a:lnTo>
                      <a:pt x="2885" y="968"/>
                    </a:lnTo>
                    <a:lnTo>
                      <a:pt x="2445" y="1405"/>
                    </a:lnTo>
                    <a:lnTo>
                      <a:pt x="2552" y="1511"/>
                    </a:lnTo>
                    <a:lnTo>
                      <a:pt x="2572" y="1534"/>
                    </a:lnTo>
                    <a:lnTo>
                      <a:pt x="2588" y="1560"/>
                    </a:lnTo>
                    <a:lnTo>
                      <a:pt x="2599" y="1587"/>
                    </a:lnTo>
                    <a:lnTo>
                      <a:pt x="2606" y="1615"/>
                    </a:lnTo>
                    <a:lnTo>
                      <a:pt x="2609" y="1645"/>
                    </a:lnTo>
                    <a:lnTo>
                      <a:pt x="2608" y="1675"/>
                    </a:lnTo>
                    <a:lnTo>
                      <a:pt x="2603" y="1705"/>
                    </a:lnTo>
                    <a:lnTo>
                      <a:pt x="2594" y="1734"/>
                    </a:lnTo>
                    <a:lnTo>
                      <a:pt x="2580" y="1762"/>
                    </a:lnTo>
                    <a:lnTo>
                      <a:pt x="2562" y="1790"/>
                    </a:lnTo>
                    <a:lnTo>
                      <a:pt x="2540" y="1815"/>
                    </a:lnTo>
                    <a:lnTo>
                      <a:pt x="2513" y="1837"/>
                    </a:lnTo>
                    <a:lnTo>
                      <a:pt x="2484" y="1857"/>
                    </a:lnTo>
                    <a:lnTo>
                      <a:pt x="2453" y="1870"/>
                    </a:lnTo>
                    <a:lnTo>
                      <a:pt x="2421" y="1879"/>
                    </a:lnTo>
                    <a:lnTo>
                      <a:pt x="2389" y="1883"/>
                    </a:lnTo>
                    <a:lnTo>
                      <a:pt x="2385" y="1915"/>
                    </a:lnTo>
                    <a:lnTo>
                      <a:pt x="2376" y="1947"/>
                    </a:lnTo>
                    <a:lnTo>
                      <a:pt x="2362" y="1977"/>
                    </a:lnTo>
                    <a:lnTo>
                      <a:pt x="2343" y="2007"/>
                    </a:lnTo>
                    <a:lnTo>
                      <a:pt x="2319" y="2033"/>
                    </a:lnTo>
                    <a:lnTo>
                      <a:pt x="2293" y="2056"/>
                    </a:lnTo>
                    <a:lnTo>
                      <a:pt x="2263" y="2075"/>
                    </a:lnTo>
                    <a:lnTo>
                      <a:pt x="2233" y="2089"/>
                    </a:lnTo>
                    <a:lnTo>
                      <a:pt x="2201" y="2098"/>
                    </a:lnTo>
                    <a:lnTo>
                      <a:pt x="2169" y="2102"/>
                    </a:lnTo>
                    <a:lnTo>
                      <a:pt x="2164" y="2134"/>
                    </a:lnTo>
                    <a:lnTo>
                      <a:pt x="2155" y="2166"/>
                    </a:lnTo>
                    <a:lnTo>
                      <a:pt x="2142" y="2196"/>
                    </a:lnTo>
                    <a:lnTo>
                      <a:pt x="2123" y="2226"/>
                    </a:lnTo>
                    <a:lnTo>
                      <a:pt x="2100" y="2252"/>
                    </a:lnTo>
                    <a:lnTo>
                      <a:pt x="2073" y="2275"/>
                    </a:lnTo>
                    <a:lnTo>
                      <a:pt x="2044" y="2294"/>
                    </a:lnTo>
                    <a:lnTo>
                      <a:pt x="2012" y="2308"/>
                    </a:lnTo>
                    <a:lnTo>
                      <a:pt x="1981" y="2316"/>
                    </a:lnTo>
                    <a:lnTo>
                      <a:pt x="1948" y="2321"/>
                    </a:lnTo>
                    <a:lnTo>
                      <a:pt x="1944" y="2352"/>
                    </a:lnTo>
                    <a:lnTo>
                      <a:pt x="1935" y="2385"/>
                    </a:lnTo>
                    <a:lnTo>
                      <a:pt x="1922" y="2415"/>
                    </a:lnTo>
                    <a:lnTo>
                      <a:pt x="1903" y="2444"/>
                    </a:lnTo>
                    <a:lnTo>
                      <a:pt x="1880" y="2471"/>
                    </a:lnTo>
                    <a:lnTo>
                      <a:pt x="1854" y="2492"/>
                    </a:lnTo>
                    <a:lnTo>
                      <a:pt x="1828" y="2510"/>
                    </a:lnTo>
                    <a:lnTo>
                      <a:pt x="1799" y="2524"/>
                    </a:lnTo>
                    <a:lnTo>
                      <a:pt x="1770" y="2533"/>
                    </a:lnTo>
                    <a:lnTo>
                      <a:pt x="1739" y="2539"/>
                    </a:lnTo>
                    <a:lnTo>
                      <a:pt x="1710" y="2540"/>
                    </a:lnTo>
                    <a:lnTo>
                      <a:pt x="1680" y="2537"/>
                    </a:lnTo>
                    <a:lnTo>
                      <a:pt x="1650" y="2530"/>
                    </a:lnTo>
                    <a:lnTo>
                      <a:pt x="1623" y="2519"/>
                    </a:lnTo>
                    <a:lnTo>
                      <a:pt x="1597" y="2503"/>
                    </a:lnTo>
                    <a:lnTo>
                      <a:pt x="1574" y="2483"/>
                    </a:lnTo>
                    <a:lnTo>
                      <a:pt x="1320" y="2231"/>
                    </a:lnTo>
                    <a:lnTo>
                      <a:pt x="1191" y="2359"/>
                    </a:lnTo>
                    <a:lnTo>
                      <a:pt x="1172" y="2375"/>
                    </a:lnTo>
                    <a:lnTo>
                      <a:pt x="1150" y="2387"/>
                    </a:lnTo>
                    <a:lnTo>
                      <a:pt x="1127" y="2394"/>
                    </a:lnTo>
                    <a:lnTo>
                      <a:pt x="1102" y="2396"/>
                    </a:lnTo>
                    <a:lnTo>
                      <a:pt x="1077" y="2395"/>
                    </a:lnTo>
                    <a:lnTo>
                      <a:pt x="1052" y="2389"/>
                    </a:lnTo>
                    <a:lnTo>
                      <a:pt x="1027" y="2380"/>
                    </a:lnTo>
                    <a:lnTo>
                      <a:pt x="1005" y="2365"/>
                    </a:lnTo>
                    <a:lnTo>
                      <a:pt x="983" y="2347"/>
                    </a:lnTo>
                    <a:lnTo>
                      <a:pt x="965" y="2326"/>
                    </a:lnTo>
                    <a:lnTo>
                      <a:pt x="951" y="2303"/>
                    </a:lnTo>
                    <a:lnTo>
                      <a:pt x="941" y="2278"/>
                    </a:lnTo>
                    <a:lnTo>
                      <a:pt x="935" y="2254"/>
                    </a:lnTo>
                    <a:lnTo>
                      <a:pt x="934" y="2229"/>
                    </a:lnTo>
                    <a:lnTo>
                      <a:pt x="936" y="2204"/>
                    </a:lnTo>
                    <a:lnTo>
                      <a:pt x="944" y="2181"/>
                    </a:lnTo>
                    <a:lnTo>
                      <a:pt x="955" y="2160"/>
                    </a:lnTo>
                    <a:lnTo>
                      <a:pt x="971" y="2140"/>
                    </a:lnTo>
                    <a:lnTo>
                      <a:pt x="952" y="2157"/>
                    </a:lnTo>
                    <a:lnTo>
                      <a:pt x="930" y="2168"/>
                    </a:lnTo>
                    <a:lnTo>
                      <a:pt x="907" y="2175"/>
                    </a:lnTo>
                    <a:lnTo>
                      <a:pt x="882" y="2178"/>
                    </a:lnTo>
                    <a:lnTo>
                      <a:pt x="857" y="2176"/>
                    </a:lnTo>
                    <a:lnTo>
                      <a:pt x="832" y="2170"/>
                    </a:lnTo>
                    <a:lnTo>
                      <a:pt x="808" y="2161"/>
                    </a:lnTo>
                    <a:lnTo>
                      <a:pt x="784" y="2147"/>
                    </a:lnTo>
                    <a:lnTo>
                      <a:pt x="763" y="2128"/>
                    </a:lnTo>
                    <a:lnTo>
                      <a:pt x="745" y="2107"/>
                    </a:lnTo>
                    <a:lnTo>
                      <a:pt x="730" y="2084"/>
                    </a:lnTo>
                    <a:lnTo>
                      <a:pt x="721" y="2060"/>
                    </a:lnTo>
                    <a:lnTo>
                      <a:pt x="715" y="2035"/>
                    </a:lnTo>
                    <a:lnTo>
                      <a:pt x="714" y="2011"/>
                    </a:lnTo>
                    <a:lnTo>
                      <a:pt x="716" y="1986"/>
                    </a:lnTo>
                    <a:lnTo>
                      <a:pt x="723" y="1963"/>
                    </a:lnTo>
                    <a:lnTo>
                      <a:pt x="735" y="1941"/>
                    </a:lnTo>
                    <a:lnTo>
                      <a:pt x="751" y="1922"/>
                    </a:lnTo>
                    <a:lnTo>
                      <a:pt x="731" y="1938"/>
                    </a:lnTo>
                    <a:lnTo>
                      <a:pt x="710" y="1949"/>
                    </a:lnTo>
                    <a:lnTo>
                      <a:pt x="686" y="1956"/>
                    </a:lnTo>
                    <a:lnTo>
                      <a:pt x="662" y="1959"/>
                    </a:lnTo>
                    <a:lnTo>
                      <a:pt x="636" y="1957"/>
                    </a:lnTo>
                    <a:lnTo>
                      <a:pt x="612" y="1952"/>
                    </a:lnTo>
                    <a:lnTo>
                      <a:pt x="588" y="1942"/>
                    </a:lnTo>
                    <a:lnTo>
                      <a:pt x="564" y="1928"/>
                    </a:lnTo>
                    <a:lnTo>
                      <a:pt x="543" y="1909"/>
                    </a:lnTo>
                    <a:lnTo>
                      <a:pt x="524" y="1888"/>
                    </a:lnTo>
                    <a:lnTo>
                      <a:pt x="511" y="1866"/>
                    </a:lnTo>
                    <a:lnTo>
                      <a:pt x="501" y="1841"/>
                    </a:lnTo>
                    <a:lnTo>
                      <a:pt x="495" y="1816"/>
                    </a:lnTo>
                    <a:lnTo>
                      <a:pt x="494" y="1792"/>
                    </a:lnTo>
                    <a:lnTo>
                      <a:pt x="497" y="1767"/>
                    </a:lnTo>
                    <a:lnTo>
                      <a:pt x="504" y="1744"/>
                    </a:lnTo>
                    <a:lnTo>
                      <a:pt x="515" y="1722"/>
                    </a:lnTo>
                    <a:lnTo>
                      <a:pt x="530" y="1703"/>
                    </a:lnTo>
                    <a:lnTo>
                      <a:pt x="511" y="1719"/>
                    </a:lnTo>
                    <a:lnTo>
                      <a:pt x="490" y="1730"/>
                    </a:lnTo>
                    <a:lnTo>
                      <a:pt x="466" y="1737"/>
                    </a:lnTo>
                    <a:lnTo>
                      <a:pt x="442" y="1740"/>
                    </a:lnTo>
                    <a:lnTo>
                      <a:pt x="417" y="1738"/>
                    </a:lnTo>
                    <a:lnTo>
                      <a:pt x="392" y="1733"/>
                    </a:lnTo>
                    <a:lnTo>
                      <a:pt x="367" y="1723"/>
                    </a:lnTo>
                    <a:lnTo>
                      <a:pt x="344" y="1709"/>
                    </a:lnTo>
                    <a:lnTo>
                      <a:pt x="323" y="1690"/>
                    </a:lnTo>
                    <a:lnTo>
                      <a:pt x="305" y="1670"/>
                    </a:lnTo>
                    <a:lnTo>
                      <a:pt x="291" y="1647"/>
                    </a:lnTo>
                    <a:lnTo>
                      <a:pt x="281" y="1622"/>
                    </a:lnTo>
                    <a:lnTo>
                      <a:pt x="275" y="1597"/>
                    </a:lnTo>
                    <a:lnTo>
                      <a:pt x="273" y="1573"/>
                    </a:lnTo>
                    <a:lnTo>
                      <a:pt x="276" y="1549"/>
                    </a:lnTo>
                    <a:lnTo>
                      <a:pt x="284" y="1525"/>
                    </a:lnTo>
                    <a:lnTo>
                      <a:pt x="295" y="1504"/>
                    </a:lnTo>
                    <a:lnTo>
                      <a:pt x="311" y="1485"/>
                    </a:lnTo>
                    <a:lnTo>
                      <a:pt x="432" y="1363"/>
                    </a:lnTo>
                    <a:lnTo>
                      <a:pt x="20" y="952"/>
                    </a:lnTo>
                    <a:lnTo>
                      <a:pt x="9" y="938"/>
                    </a:lnTo>
                    <a:lnTo>
                      <a:pt x="2" y="921"/>
                    </a:lnTo>
                    <a:lnTo>
                      <a:pt x="0" y="904"/>
                    </a:lnTo>
                    <a:lnTo>
                      <a:pt x="2" y="887"/>
                    </a:lnTo>
                    <a:lnTo>
                      <a:pt x="9" y="870"/>
                    </a:lnTo>
                    <a:lnTo>
                      <a:pt x="20" y="855"/>
                    </a:lnTo>
                    <a:lnTo>
                      <a:pt x="35" y="844"/>
                    </a:lnTo>
                    <a:lnTo>
                      <a:pt x="51" y="837"/>
                    </a:lnTo>
                    <a:lnTo>
                      <a:pt x="69" y="835"/>
                    </a:lnTo>
                    <a:lnTo>
                      <a:pt x="87" y="837"/>
                    </a:lnTo>
                    <a:lnTo>
                      <a:pt x="103" y="844"/>
                    </a:lnTo>
                    <a:lnTo>
                      <a:pt x="118" y="855"/>
                    </a:lnTo>
                    <a:lnTo>
                      <a:pt x="531" y="1267"/>
                    </a:lnTo>
                    <a:lnTo>
                      <a:pt x="554" y="1253"/>
                    </a:lnTo>
                    <a:lnTo>
                      <a:pt x="577" y="1243"/>
                    </a:lnTo>
                    <a:lnTo>
                      <a:pt x="603" y="1239"/>
                    </a:lnTo>
                    <a:lnTo>
                      <a:pt x="629" y="1240"/>
                    </a:lnTo>
                    <a:lnTo>
                      <a:pt x="656" y="1245"/>
                    </a:lnTo>
                    <a:lnTo>
                      <a:pt x="681" y="1255"/>
                    </a:lnTo>
                    <a:lnTo>
                      <a:pt x="706" y="1269"/>
                    </a:lnTo>
                    <a:lnTo>
                      <a:pt x="728" y="1288"/>
                    </a:lnTo>
                    <a:lnTo>
                      <a:pt x="747" y="1309"/>
                    </a:lnTo>
                    <a:lnTo>
                      <a:pt x="761" y="1333"/>
                    </a:lnTo>
                    <a:lnTo>
                      <a:pt x="771" y="1357"/>
                    </a:lnTo>
                    <a:lnTo>
                      <a:pt x="776" y="1381"/>
                    </a:lnTo>
                    <a:lnTo>
                      <a:pt x="778" y="1407"/>
                    </a:lnTo>
                    <a:lnTo>
                      <a:pt x="775" y="1431"/>
                    </a:lnTo>
                    <a:lnTo>
                      <a:pt x="768" y="1454"/>
                    </a:lnTo>
                    <a:lnTo>
                      <a:pt x="757" y="1476"/>
                    </a:lnTo>
                    <a:lnTo>
                      <a:pt x="741" y="1495"/>
                    </a:lnTo>
                    <a:lnTo>
                      <a:pt x="760" y="1479"/>
                    </a:lnTo>
                    <a:lnTo>
                      <a:pt x="781" y="1467"/>
                    </a:lnTo>
                    <a:lnTo>
                      <a:pt x="805" y="1460"/>
                    </a:lnTo>
                    <a:lnTo>
                      <a:pt x="829" y="1457"/>
                    </a:lnTo>
                    <a:lnTo>
                      <a:pt x="855" y="1459"/>
                    </a:lnTo>
                    <a:lnTo>
                      <a:pt x="879" y="1464"/>
                    </a:lnTo>
                    <a:lnTo>
                      <a:pt x="904" y="1475"/>
                    </a:lnTo>
                    <a:lnTo>
                      <a:pt x="927" y="1489"/>
                    </a:lnTo>
                    <a:lnTo>
                      <a:pt x="949" y="1507"/>
                    </a:lnTo>
                    <a:lnTo>
                      <a:pt x="967" y="1528"/>
                    </a:lnTo>
                    <a:lnTo>
                      <a:pt x="981" y="1551"/>
                    </a:lnTo>
                    <a:lnTo>
                      <a:pt x="990" y="1575"/>
                    </a:lnTo>
                    <a:lnTo>
                      <a:pt x="997" y="1600"/>
                    </a:lnTo>
                    <a:lnTo>
                      <a:pt x="998" y="1625"/>
                    </a:lnTo>
                    <a:lnTo>
                      <a:pt x="996" y="1649"/>
                    </a:lnTo>
                    <a:lnTo>
                      <a:pt x="988" y="1672"/>
                    </a:lnTo>
                    <a:lnTo>
                      <a:pt x="977" y="1694"/>
                    </a:lnTo>
                    <a:lnTo>
                      <a:pt x="961" y="1714"/>
                    </a:lnTo>
                    <a:lnTo>
                      <a:pt x="980" y="1698"/>
                    </a:lnTo>
                    <a:lnTo>
                      <a:pt x="1002" y="1686"/>
                    </a:lnTo>
                    <a:lnTo>
                      <a:pt x="1025" y="1679"/>
                    </a:lnTo>
                    <a:lnTo>
                      <a:pt x="1050" y="1676"/>
                    </a:lnTo>
                    <a:lnTo>
                      <a:pt x="1075" y="1678"/>
                    </a:lnTo>
                    <a:lnTo>
                      <a:pt x="1100" y="1683"/>
                    </a:lnTo>
                    <a:lnTo>
                      <a:pt x="1124" y="1693"/>
                    </a:lnTo>
                    <a:lnTo>
                      <a:pt x="1148" y="1708"/>
                    </a:lnTo>
                    <a:lnTo>
                      <a:pt x="1169" y="1725"/>
                    </a:lnTo>
                    <a:lnTo>
                      <a:pt x="1187" y="1746"/>
                    </a:lnTo>
                    <a:lnTo>
                      <a:pt x="1201" y="1769"/>
                    </a:lnTo>
                    <a:lnTo>
                      <a:pt x="1211" y="1794"/>
                    </a:lnTo>
                    <a:lnTo>
                      <a:pt x="1217" y="1818"/>
                    </a:lnTo>
                    <a:lnTo>
                      <a:pt x="1218" y="1843"/>
                    </a:lnTo>
                    <a:lnTo>
                      <a:pt x="1215" y="1868"/>
                    </a:lnTo>
                    <a:lnTo>
                      <a:pt x="1208" y="1891"/>
                    </a:lnTo>
                    <a:lnTo>
                      <a:pt x="1196" y="1912"/>
                    </a:lnTo>
                    <a:lnTo>
                      <a:pt x="1181" y="1932"/>
                    </a:lnTo>
                    <a:lnTo>
                      <a:pt x="1201" y="1916"/>
                    </a:lnTo>
                    <a:lnTo>
                      <a:pt x="1222" y="1905"/>
                    </a:lnTo>
                    <a:lnTo>
                      <a:pt x="1245" y="1898"/>
                    </a:lnTo>
                    <a:lnTo>
                      <a:pt x="1270" y="1895"/>
                    </a:lnTo>
                    <a:lnTo>
                      <a:pt x="1294" y="1896"/>
                    </a:lnTo>
                    <a:lnTo>
                      <a:pt x="1320" y="1902"/>
                    </a:lnTo>
                    <a:lnTo>
                      <a:pt x="1344" y="1912"/>
                    </a:lnTo>
                    <a:lnTo>
                      <a:pt x="1367" y="1926"/>
                    </a:lnTo>
                    <a:lnTo>
                      <a:pt x="1388" y="1944"/>
                    </a:lnTo>
                    <a:lnTo>
                      <a:pt x="1407" y="1965"/>
                    </a:lnTo>
                    <a:lnTo>
                      <a:pt x="1421" y="1988"/>
                    </a:lnTo>
                    <a:lnTo>
                      <a:pt x="1431" y="2013"/>
                    </a:lnTo>
                    <a:lnTo>
                      <a:pt x="1436" y="2037"/>
                    </a:lnTo>
                    <a:lnTo>
                      <a:pt x="1438" y="2062"/>
                    </a:lnTo>
                    <a:lnTo>
                      <a:pt x="1435" y="2087"/>
                    </a:lnTo>
                    <a:lnTo>
                      <a:pt x="1428" y="2110"/>
                    </a:lnTo>
                    <a:lnTo>
                      <a:pt x="1416" y="2131"/>
                    </a:lnTo>
                    <a:lnTo>
                      <a:pt x="1672" y="2386"/>
                    </a:lnTo>
                    <a:lnTo>
                      <a:pt x="1685" y="2395"/>
                    </a:lnTo>
                    <a:lnTo>
                      <a:pt x="1699" y="2401"/>
                    </a:lnTo>
                    <a:lnTo>
                      <a:pt x="1716" y="2402"/>
                    </a:lnTo>
                    <a:lnTo>
                      <a:pt x="1733" y="2400"/>
                    </a:lnTo>
                    <a:lnTo>
                      <a:pt x="1750" y="2395"/>
                    </a:lnTo>
                    <a:lnTo>
                      <a:pt x="1767" y="2386"/>
                    </a:lnTo>
                    <a:lnTo>
                      <a:pt x="1782" y="2374"/>
                    </a:lnTo>
                    <a:lnTo>
                      <a:pt x="1794" y="2358"/>
                    </a:lnTo>
                    <a:lnTo>
                      <a:pt x="1803" y="2342"/>
                    </a:lnTo>
                    <a:lnTo>
                      <a:pt x="1809" y="2325"/>
                    </a:lnTo>
                    <a:lnTo>
                      <a:pt x="1811" y="2308"/>
                    </a:lnTo>
                    <a:lnTo>
                      <a:pt x="1809" y="2291"/>
                    </a:lnTo>
                    <a:lnTo>
                      <a:pt x="1803" y="2276"/>
                    </a:lnTo>
                    <a:lnTo>
                      <a:pt x="1794" y="2264"/>
                    </a:lnTo>
                    <a:lnTo>
                      <a:pt x="1584" y="2055"/>
                    </a:lnTo>
                    <a:lnTo>
                      <a:pt x="1573" y="2041"/>
                    </a:lnTo>
                    <a:lnTo>
                      <a:pt x="1567" y="2025"/>
                    </a:lnTo>
                    <a:lnTo>
                      <a:pt x="1564" y="2007"/>
                    </a:lnTo>
                    <a:lnTo>
                      <a:pt x="1567" y="1989"/>
                    </a:lnTo>
                    <a:lnTo>
                      <a:pt x="1573" y="1973"/>
                    </a:lnTo>
                    <a:lnTo>
                      <a:pt x="1584" y="1958"/>
                    </a:lnTo>
                    <a:lnTo>
                      <a:pt x="1599" y="1947"/>
                    </a:lnTo>
                    <a:lnTo>
                      <a:pt x="1616" y="1941"/>
                    </a:lnTo>
                    <a:lnTo>
                      <a:pt x="1633" y="1939"/>
                    </a:lnTo>
                    <a:lnTo>
                      <a:pt x="1650" y="1941"/>
                    </a:lnTo>
                    <a:lnTo>
                      <a:pt x="1668" y="1947"/>
                    </a:lnTo>
                    <a:lnTo>
                      <a:pt x="1682" y="1958"/>
                    </a:lnTo>
                    <a:lnTo>
                      <a:pt x="1892" y="2167"/>
                    </a:lnTo>
                    <a:lnTo>
                      <a:pt x="1904" y="2176"/>
                    </a:lnTo>
                    <a:lnTo>
                      <a:pt x="1920" y="2182"/>
                    </a:lnTo>
                    <a:lnTo>
                      <a:pt x="1936" y="2183"/>
                    </a:lnTo>
                    <a:lnTo>
                      <a:pt x="1953" y="2182"/>
                    </a:lnTo>
                    <a:lnTo>
                      <a:pt x="1971" y="2176"/>
                    </a:lnTo>
                    <a:lnTo>
                      <a:pt x="1987" y="2167"/>
                    </a:lnTo>
                    <a:lnTo>
                      <a:pt x="2002" y="2155"/>
                    </a:lnTo>
                    <a:lnTo>
                      <a:pt x="2015" y="2139"/>
                    </a:lnTo>
                    <a:lnTo>
                      <a:pt x="2024" y="2123"/>
                    </a:lnTo>
                    <a:lnTo>
                      <a:pt x="2029" y="2106"/>
                    </a:lnTo>
                    <a:lnTo>
                      <a:pt x="2031" y="2089"/>
                    </a:lnTo>
                    <a:lnTo>
                      <a:pt x="2029" y="2073"/>
                    </a:lnTo>
                    <a:lnTo>
                      <a:pt x="2024" y="2058"/>
                    </a:lnTo>
                    <a:lnTo>
                      <a:pt x="2015" y="2045"/>
                    </a:lnTo>
                    <a:lnTo>
                      <a:pt x="1804" y="1837"/>
                    </a:lnTo>
                    <a:lnTo>
                      <a:pt x="1793" y="1822"/>
                    </a:lnTo>
                    <a:lnTo>
                      <a:pt x="1786" y="1806"/>
                    </a:lnTo>
                    <a:lnTo>
                      <a:pt x="1784" y="1788"/>
                    </a:lnTo>
                    <a:lnTo>
                      <a:pt x="1786" y="1770"/>
                    </a:lnTo>
                    <a:lnTo>
                      <a:pt x="1793" y="1754"/>
                    </a:lnTo>
                    <a:lnTo>
                      <a:pt x="1804" y="1740"/>
                    </a:lnTo>
                    <a:lnTo>
                      <a:pt x="1820" y="1729"/>
                    </a:lnTo>
                    <a:lnTo>
                      <a:pt x="1836" y="1722"/>
                    </a:lnTo>
                    <a:lnTo>
                      <a:pt x="1853" y="1720"/>
                    </a:lnTo>
                    <a:lnTo>
                      <a:pt x="1871" y="1722"/>
                    </a:lnTo>
                    <a:lnTo>
                      <a:pt x="1887" y="1729"/>
                    </a:lnTo>
                    <a:lnTo>
                      <a:pt x="1902" y="1740"/>
                    </a:lnTo>
                    <a:lnTo>
                      <a:pt x="2112" y="1948"/>
                    </a:lnTo>
                    <a:lnTo>
                      <a:pt x="2125" y="1957"/>
                    </a:lnTo>
                    <a:lnTo>
                      <a:pt x="2140" y="1963"/>
                    </a:lnTo>
                    <a:lnTo>
                      <a:pt x="2156" y="1965"/>
                    </a:lnTo>
                    <a:lnTo>
                      <a:pt x="2174" y="1963"/>
                    </a:lnTo>
                    <a:lnTo>
                      <a:pt x="2190" y="1957"/>
                    </a:lnTo>
                    <a:lnTo>
                      <a:pt x="2207" y="1949"/>
                    </a:lnTo>
                    <a:lnTo>
                      <a:pt x="2223" y="1936"/>
                    </a:lnTo>
                    <a:lnTo>
                      <a:pt x="2235" y="1920"/>
                    </a:lnTo>
                    <a:lnTo>
                      <a:pt x="2244" y="1904"/>
                    </a:lnTo>
                    <a:lnTo>
                      <a:pt x="2249" y="1887"/>
                    </a:lnTo>
                    <a:lnTo>
                      <a:pt x="2251" y="1871"/>
                    </a:lnTo>
                    <a:lnTo>
                      <a:pt x="2249" y="1855"/>
                    </a:lnTo>
                    <a:lnTo>
                      <a:pt x="2244" y="1839"/>
                    </a:lnTo>
                    <a:lnTo>
                      <a:pt x="2234" y="1826"/>
                    </a:lnTo>
                    <a:lnTo>
                      <a:pt x="2025" y="1618"/>
                    </a:lnTo>
                    <a:lnTo>
                      <a:pt x="2013" y="1603"/>
                    </a:lnTo>
                    <a:lnTo>
                      <a:pt x="2006" y="1587"/>
                    </a:lnTo>
                    <a:lnTo>
                      <a:pt x="2004" y="1570"/>
                    </a:lnTo>
                    <a:lnTo>
                      <a:pt x="2006" y="1553"/>
                    </a:lnTo>
                    <a:lnTo>
                      <a:pt x="2013" y="1535"/>
                    </a:lnTo>
                    <a:lnTo>
                      <a:pt x="2025" y="1521"/>
                    </a:lnTo>
                    <a:lnTo>
                      <a:pt x="2039" y="1510"/>
                    </a:lnTo>
                    <a:lnTo>
                      <a:pt x="2055" y="1503"/>
                    </a:lnTo>
                    <a:lnTo>
                      <a:pt x="2074" y="1501"/>
                    </a:lnTo>
                    <a:lnTo>
                      <a:pt x="2091" y="1503"/>
                    </a:lnTo>
                    <a:lnTo>
                      <a:pt x="2107" y="1510"/>
                    </a:lnTo>
                    <a:lnTo>
                      <a:pt x="2122" y="1521"/>
                    </a:lnTo>
                    <a:lnTo>
                      <a:pt x="2332" y="1729"/>
                    </a:lnTo>
                    <a:lnTo>
                      <a:pt x="2345" y="1739"/>
                    </a:lnTo>
                    <a:lnTo>
                      <a:pt x="2359" y="1744"/>
                    </a:lnTo>
                    <a:lnTo>
                      <a:pt x="2377" y="1746"/>
                    </a:lnTo>
                    <a:lnTo>
                      <a:pt x="2393" y="1744"/>
                    </a:lnTo>
                    <a:lnTo>
                      <a:pt x="2410" y="1739"/>
                    </a:lnTo>
                    <a:lnTo>
                      <a:pt x="2427" y="1730"/>
                    </a:lnTo>
                    <a:lnTo>
                      <a:pt x="2442" y="1718"/>
                    </a:lnTo>
                    <a:lnTo>
                      <a:pt x="2455" y="1703"/>
                    </a:lnTo>
                    <a:lnTo>
                      <a:pt x="2463" y="1685"/>
                    </a:lnTo>
                    <a:lnTo>
                      <a:pt x="2469" y="1669"/>
                    </a:lnTo>
                    <a:lnTo>
                      <a:pt x="2471" y="1652"/>
                    </a:lnTo>
                    <a:lnTo>
                      <a:pt x="2469" y="1636"/>
                    </a:lnTo>
                    <a:lnTo>
                      <a:pt x="2463" y="1620"/>
                    </a:lnTo>
                    <a:lnTo>
                      <a:pt x="2454" y="1608"/>
                    </a:lnTo>
                    <a:lnTo>
                      <a:pt x="2452" y="1606"/>
                    </a:lnTo>
                    <a:lnTo>
                      <a:pt x="2447" y="1600"/>
                    </a:lnTo>
                    <a:lnTo>
                      <a:pt x="2438" y="1591"/>
                    </a:lnTo>
                    <a:lnTo>
                      <a:pt x="2426" y="1579"/>
                    </a:lnTo>
                    <a:lnTo>
                      <a:pt x="2410" y="1564"/>
                    </a:lnTo>
                    <a:lnTo>
                      <a:pt x="2392" y="1545"/>
                    </a:lnTo>
                    <a:lnTo>
                      <a:pt x="2372" y="1525"/>
                    </a:lnTo>
                    <a:lnTo>
                      <a:pt x="2348" y="1502"/>
                    </a:lnTo>
                    <a:lnTo>
                      <a:pt x="2323" y="1477"/>
                    </a:lnTo>
                    <a:lnTo>
                      <a:pt x="2295" y="1449"/>
                    </a:lnTo>
                    <a:lnTo>
                      <a:pt x="2265" y="1420"/>
                    </a:lnTo>
                    <a:lnTo>
                      <a:pt x="2235" y="1389"/>
                    </a:lnTo>
                    <a:lnTo>
                      <a:pt x="2202" y="1357"/>
                    </a:lnTo>
                    <a:lnTo>
                      <a:pt x="2169" y="1323"/>
                    </a:lnTo>
                    <a:lnTo>
                      <a:pt x="2134" y="1289"/>
                    </a:lnTo>
                    <a:lnTo>
                      <a:pt x="2099" y="1254"/>
                    </a:lnTo>
                    <a:lnTo>
                      <a:pt x="2062" y="1218"/>
                    </a:lnTo>
                    <a:lnTo>
                      <a:pt x="2027" y="1182"/>
                    </a:lnTo>
                    <a:lnTo>
                      <a:pt x="1990" y="1146"/>
                    </a:lnTo>
                    <a:lnTo>
                      <a:pt x="1954" y="1110"/>
                    </a:lnTo>
                    <a:lnTo>
                      <a:pt x="1918" y="1074"/>
                    </a:lnTo>
                    <a:lnTo>
                      <a:pt x="1882" y="1039"/>
                    </a:lnTo>
                    <a:lnTo>
                      <a:pt x="1847" y="1003"/>
                    </a:lnTo>
                    <a:lnTo>
                      <a:pt x="1813" y="970"/>
                    </a:lnTo>
                    <a:lnTo>
                      <a:pt x="1780" y="937"/>
                    </a:lnTo>
                    <a:lnTo>
                      <a:pt x="1748" y="906"/>
                    </a:lnTo>
                    <a:lnTo>
                      <a:pt x="1718" y="875"/>
                    </a:lnTo>
                    <a:lnTo>
                      <a:pt x="1689" y="847"/>
                    </a:lnTo>
                    <a:lnTo>
                      <a:pt x="1663" y="821"/>
                    </a:lnTo>
                    <a:lnTo>
                      <a:pt x="1638" y="797"/>
                    </a:lnTo>
                    <a:lnTo>
                      <a:pt x="1616" y="775"/>
                    </a:lnTo>
                    <a:lnTo>
                      <a:pt x="1596" y="756"/>
                    </a:lnTo>
                    <a:lnTo>
                      <a:pt x="1579" y="740"/>
                    </a:lnTo>
                    <a:lnTo>
                      <a:pt x="1565" y="725"/>
                    </a:lnTo>
                    <a:lnTo>
                      <a:pt x="1560" y="721"/>
                    </a:lnTo>
                    <a:lnTo>
                      <a:pt x="1553" y="715"/>
                    </a:lnTo>
                    <a:lnTo>
                      <a:pt x="1546" y="711"/>
                    </a:lnTo>
                    <a:lnTo>
                      <a:pt x="1537" y="706"/>
                    </a:lnTo>
                    <a:lnTo>
                      <a:pt x="1527" y="704"/>
                    </a:lnTo>
                    <a:lnTo>
                      <a:pt x="1515" y="703"/>
                    </a:lnTo>
                    <a:lnTo>
                      <a:pt x="1501" y="705"/>
                    </a:lnTo>
                    <a:lnTo>
                      <a:pt x="1485" y="711"/>
                    </a:lnTo>
                    <a:lnTo>
                      <a:pt x="1468" y="720"/>
                    </a:lnTo>
                    <a:lnTo>
                      <a:pt x="1449" y="735"/>
                    </a:lnTo>
                    <a:lnTo>
                      <a:pt x="1428" y="754"/>
                    </a:lnTo>
                    <a:lnTo>
                      <a:pt x="1405" y="779"/>
                    </a:lnTo>
                    <a:lnTo>
                      <a:pt x="1383" y="808"/>
                    </a:lnTo>
                    <a:lnTo>
                      <a:pt x="1366" y="837"/>
                    </a:lnTo>
                    <a:lnTo>
                      <a:pt x="1270" y="1012"/>
                    </a:lnTo>
                    <a:lnTo>
                      <a:pt x="1259" y="1031"/>
                    </a:lnTo>
                    <a:lnTo>
                      <a:pt x="1244" y="1050"/>
                    </a:lnTo>
                    <a:lnTo>
                      <a:pt x="1226" y="1069"/>
                    </a:lnTo>
                    <a:lnTo>
                      <a:pt x="1194" y="1096"/>
                    </a:lnTo>
                    <a:lnTo>
                      <a:pt x="1161" y="1119"/>
                    </a:lnTo>
                    <a:lnTo>
                      <a:pt x="1125" y="1136"/>
                    </a:lnTo>
                    <a:lnTo>
                      <a:pt x="1089" y="1147"/>
                    </a:lnTo>
                    <a:lnTo>
                      <a:pt x="1052" y="1153"/>
                    </a:lnTo>
                    <a:lnTo>
                      <a:pt x="1014" y="1153"/>
                    </a:lnTo>
                    <a:lnTo>
                      <a:pt x="976" y="1147"/>
                    </a:lnTo>
                    <a:lnTo>
                      <a:pt x="944" y="1137"/>
                    </a:lnTo>
                    <a:lnTo>
                      <a:pt x="913" y="1123"/>
                    </a:lnTo>
                    <a:lnTo>
                      <a:pt x="883" y="1106"/>
                    </a:lnTo>
                    <a:lnTo>
                      <a:pt x="858" y="1085"/>
                    </a:lnTo>
                    <a:lnTo>
                      <a:pt x="833" y="1061"/>
                    </a:lnTo>
                    <a:lnTo>
                      <a:pt x="813" y="1034"/>
                    </a:lnTo>
                    <a:lnTo>
                      <a:pt x="796" y="1004"/>
                    </a:lnTo>
                    <a:lnTo>
                      <a:pt x="784" y="980"/>
                    </a:lnTo>
                    <a:lnTo>
                      <a:pt x="777" y="955"/>
                    </a:lnTo>
                    <a:lnTo>
                      <a:pt x="772" y="930"/>
                    </a:lnTo>
                    <a:lnTo>
                      <a:pt x="772" y="908"/>
                    </a:lnTo>
                    <a:lnTo>
                      <a:pt x="774" y="886"/>
                    </a:lnTo>
                    <a:lnTo>
                      <a:pt x="781" y="866"/>
                    </a:lnTo>
                    <a:lnTo>
                      <a:pt x="1064" y="203"/>
                    </a:lnTo>
                    <a:lnTo>
                      <a:pt x="1074" y="185"/>
                    </a:lnTo>
                    <a:lnTo>
                      <a:pt x="1086" y="166"/>
                    </a:lnTo>
                    <a:lnTo>
                      <a:pt x="1102" y="147"/>
                    </a:lnTo>
                    <a:lnTo>
                      <a:pt x="1120" y="126"/>
                    </a:lnTo>
                    <a:lnTo>
                      <a:pt x="1130" y="117"/>
                    </a:lnTo>
                    <a:lnTo>
                      <a:pt x="1142" y="106"/>
                    </a:lnTo>
                    <a:lnTo>
                      <a:pt x="1158" y="94"/>
                    </a:lnTo>
                    <a:lnTo>
                      <a:pt x="1176" y="81"/>
                    </a:lnTo>
                    <a:lnTo>
                      <a:pt x="1196" y="67"/>
                    </a:lnTo>
                    <a:lnTo>
                      <a:pt x="1220" y="53"/>
                    </a:lnTo>
                    <a:lnTo>
                      <a:pt x="1245" y="40"/>
                    </a:lnTo>
                    <a:lnTo>
                      <a:pt x="1274" y="28"/>
                    </a:lnTo>
                    <a:lnTo>
                      <a:pt x="1305" y="18"/>
                    </a:lnTo>
                    <a:lnTo>
                      <a:pt x="1338" y="10"/>
                    </a:lnTo>
                    <a:lnTo>
                      <a:pt x="1373" y="3"/>
                    </a:lnTo>
                    <a:lnTo>
                      <a:pt x="1412" y="0"/>
                    </a:lnTo>
                    <a:lnTo>
                      <a:pt x="14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" name="Freeform 79"/>
              <p:cNvSpPr>
                <a:spLocks noEditPoints="1"/>
              </p:cNvSpPr>
              <p:nvPr/>
            </p:nvSpPr>
            <p:spPr bwMode="auto">
              <a:xfrm>
                <a:off x="5892801" y="4071938"/>
                <a:ext cx="149225" cy="147638"/>
              </a:xfrm>
              <a:custGeom>
                <a:avLst/>
                <a:gdLst>
                  <a:gd name="T0" fmla="*/ 671 w 1031"/>
                  <a:gd name="T1" fmla="*/ 657 h 1025"/>
                  <a:gd name="T2" fmla="*/ 626 w 1031"/>
                  <a:gd name="T3" fmla="*/ 679 h 1025"/>
                  <a:gd name="T4" fmla="*/ 595 w 1031"/>
                  <a:gd name="T5" fmla="*/ 718 h 1025"/>
                  <a:gd name="T6" fmla="*/ 584 w 1031"/>
                  <a:gd name="T7" fmla="*/ 766 h 1025"/>
                  <a:gd name="T8" fmla="*/ 595 w 1031"/>
                  <a:gd name="T9" fmla="*/ 817 h 1025"/>
                  <a:gd name="T10" fmla="*/ 626 w 1031"/>
                  <a:gd name="T11" fmla="*/ 854 h 1025"/>
                  <a:gd name="T12" fmla="*/ 671 w 1031"/>
                  <a:gd name="T13" fmla="*/ 877 h 1025"/>
                  <a:gd name="T14" fmla="*/ 723 w 1031"/>
                  <a:gd name="T15" fmla="*/ 877 h 1025"/>
                  <a:gd name="T16" fmla="*/ 768 w 1031"/>
                  <a:gd name="T17" fmla="*/ 854 h 1025"/>
                  <a:gd name="T18" fmla="*/ 800 w 1031"/>
                  <a:gd name="T19" fmla="*/ 816 h 1025"/>
                  <a:gd name="T20" fmla="*/ 811 w 1031"/>
                  <a:gd name="T21" fmla="*/ 766 h 1025"/>
                  <a:gd name="T22" fmla="*/ 800 w 1031"/>
                  <a:gd name="T23" fmla="*/ 718 h 1025"/>
                  <a:gd name="T24" fmla="*/ 768 w 1031"/>
                  <a:gd name="T25" fmla="*/ 679 h 1025"/>
                  <a:gd name="T26" fmla="*/ 723 w 1031"/>
                  <a:gd name="T27" fmla="*/ 657 h 1025"/>
                  <a:gd name="T28" fmla="*/ 345 w 1031"/>
                  <a:gd name="T29" fmla="*/ 0 h 1025"/>
                  <a:gd name="T30" fmla="*/ 391 w 1031"/>
                  <a:gd name="T31" fmla="*/ 12 h 1025"/>
                  <a:gd name="T32" fmla="*/ 432 w 1031"/>
                  <a:gd name="T33" fmla="*/ 39 h 1025"/>
                  <a:gd name="T34" fmla="*/ 1007 w 1031"/>
                  <a:gd name="T35" fmla="*/ 615 h 1025"/>
                  <a:gd name="T36" fmla="*/ 1027 w 1031"/>
                  <a:gd name="T37" fmla="*/ 659 h 1025"/>
                  <a:gd name="T38" fmla="*/ 1031 w 1031"/>
                  <a:gd name="T39" fmla="*/ 705 h 1025"/>
                  <a:gd name="T40" fmla="*/ 1019 w 1031"/>
                  <a:gd name="T41" fmla="*/ 751 h 1025"/>
                  <a:gd name="T42" fmla="*/ 992 w 1031"/>
                  <a:gd name="T43" fmla="*/ 791 h 1025"/>
                  <a:gd name="T44" fmla="*/ 776 w 1031"/>
                  <a:gd name="T45" fmla="*/ 1001 h 1025"/>
                  <a:gd name="T46" fmla="*/ 732 w 1031"/>
                  <a:gd name="T47" fmla="*/ 1021 h 1025"/>
                  <a:gd name="T48" fmla="*/ 686 w 1031"/>
                  <a:gd name="T49" fmla="*/ 1025 h 1025"/>
                  <a:gd name="T50" fmla="*/ 640 w 1031"/>
                  <a:gd name="T51" fmla="*/ 1013 h 1025"/>
                  <a:gd name="T52" fmla="*/ 600 w 1031"/>
                  <a:gd name="T53" fmla="*/ 985 h 1025"/>
                  <a:gd name="T54" fmla="*/ 24 w 1031"/>
                  <a:gd name="T55" fmla="*/ 409 h 1025"/>
                  <a:gd name="T56" fmla="*/ 4 w 1031"/>
                  <a:gd name="T57" fmla="*/ 367 h 1025"/>
                  <a:gd name="T58" fmla="*/ 0 w 1031"/>
                  <a:gd name="T59" fmla="*/ 320 h 1025"/>
                  <a:gd name="T60" fmla="*/ 11 w 1031"/>
                  <a:gd name="T61" fmla="*/ 275 h 1025"/>
                  <a:gd name="T62" fmla="*/ 40 w 1031"/>
                  <a:gd name="T63" fmla="*/ 234 h 1025"/>
                  <a:gd name="T64" fmla="*/ 255 w 1031"/>
                  <a:gd name="T65" fmla="*/ 24 h 1025"/>
                  <a:gd name="T66" fmla="*/ 298 w 1031"/>
                  <a:gd name="T67" fmla="*/ 4 h 1025"/>
                  <a:gd name="T68" fmla="*/ 345 w 1031"/>
                  <a:gd name="T69" fmla="*/ 0 h 10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31" h="1025">
                    <a:moveTo>
                      <a:pt x="698" y="654"/>
                    </a:moveTo>
                    <a:lnTo>
                      <a:pt x="671" y="657"/>
                    </a:lnTo>
                    <a:lnTo>
                      <a:pt x="648" y="665"/>
                    </a:lnTo>
                    <a:lnTo>
                      <a:pt x="626" y="679"/>
                    </a:lnTo>
                    <a:lnTo>
                      <a:pt x="609" y="696"/>
                    </a:lnTo>
                    <a:lnTo>
                      <a:pt x="595" y="718"/>
                    </a:lnTo>
                    <a:lnTo>
                      <a:pt x="587" y="741"/>
                    </a:lnTo>
                    <a:lnTo>
                      <a:pt x="584" y="766"/>
                    </a:lnTo>
                    <a:lnTo>
                      <a:pt x="587" y="793"/>
                    </a:lnTo>
                    <a:lnTo>
                      <a:pt x="595" y="817"/>
                    </a:lnTo>
                    <a:lnTo>
                      <a:pt x="609" y="837"/>
                    </a:lnTo>
                    <a:lnTo>
                      <a:pt x="626" y="854"/>
                    </a:lnTo>
                    <a:lnTo>
                      <a:pt x="648" y="868"/>
                    </a:lnTo>
                    <a:lnTo>
                      <a:pt x="671" y="877"/>
                    </a:lnTo>
                    <a:lnTo>
                      <a:pt x="698" y="880"/>
                    </a:lnTo>
                    <a:lnTo>
                      <a:pt x="723" y="877"/>
                    </a:lnTo>
                    <a:lnTo>
                      <a:pt x="748" y="868"/>
                    </a:lnTo>
                    <a:lnTo>
                      <a:pt x="768" y="854"/>
                    </a:lnTo>
                    <a:lnTo>
                      <a:pt x="785" y="837"/>
                    </a:lnTo>
                    <a:lnTo>
                      <a:pt x="800" y="816"/>
                    </a:lnTo>
                    <a:lnTo>
                      <a:pt x="808" y="793"/>
                    </a:lnTo>
                    <a:lnTo>
                      <a:pt x="811" y="766"/>
                    </a:lnTo>
                    <a:lnTo>
                      <a:pt x="808" y="741"/>
                    </a:lnTo>
                    <a:lnTo>
                      <a:pt x="800" y="718"/>
                    </a:lnTo>
                    <a:lnTo>
                      <a:pt x="785" y="696"/>
                    </a:lnTo>
                    <a:lnTo>
                      <a:pt x="768" y="679"/>
                    </a:lnTo>
                    <a:lnTo>
                      <a:pt x="748" y="665"/>
                    </a:lnTo>
                    <a:lnTo>
                      <a:pt x="723" y="657"/>
                    </a:lnTo>
                    <a:lnTo>
                      <a:pt x="698" y="654"/>
                    </a:lnTo>
                    <a:close/>
                    <a:moveTo>
                      <a:pt x="345" y="0"/>
                    </a:moveTo>
                    <a:lnTo>
                      <a:pt x="368" y="4"/>
                    </a:lnTo>
                    <a:lnTo>
                      <a:pt x="391" y="12"/>
                    </a:lnTo>
                    <a:lnTo>
                      <a:pt x="412" y="24"/>
                    </a:lnTo>
                    <a:lnTo>
                      <a:pt x="432" y="39"/>
                    </a:lnTo>
                    <a:lnTo>
                      <a:pt x="992" y="596"/>
                    </a:lnTo>
                    <a:lnTo>
                      <a:pt x="1007" y="615"/>
                    </a:lnTo>
                    <a:lnTo>
                      <a:pt x="1019" y="637"/>
                    </a:lnTo>
                    <a:lnTo>
                      <a:pt x="1027" y="659"/>
                    </a:lnTo>
                    <a:lnTo>
                      <a:pt x="1031" y="682"/>
                    </a:lnTo>
                    <a:lnTo>
                      <a:pt x="1031" y="705"/>
                    </a:lnTo>
                    <a:lnTo>
                      <a:pt x="1027" y="729"/>
                    </a:lnTo>
                    <a:lnTo>
                      <a:pt x="1019" y="751"/>
                    </a:lnTo>
                    <a:lnTo>
                      <a:pt x="1007" y="771"/>
                    </a:lnTo>
                    <a:lnTo>
                      <a:pt x="992" y="791"/>
                    </a:lnTo>
                    <a:lnTo>
                      <a:pt x="796" y="985"/>
                    </a:lnTo>
                    <a:lnTo>
                      <a:pt x="776" y="1001"/>
                    </a:lnTo>
                    <a:lnTo>
                      <a:pt x="755" y="1013"/>
                    </a:lnTo>
                    <a:lnTo>
                      <a:pt x="732" y="1021"/>
                    </a:lnTo>
                    <a:lnTo>
                      <a:pt x="709" y="1025"/>
                    </a:lnTo>
                    <a:lnTo>
                      <a:pt x="686" y="1025"/>
                    </a:lnTo>
                    <a:lnTo>
                      <a:pt x="663" y="1021"/>
                    </a:lnTo>
                    <a:lnTo>
                      <a:pt x="640" y="1013"/>
                    </a:lnTo>
                    <a:lnTo>
                      <a:pt x="619" y="1001"/>
                    </a:lnTo>
                    <a:lnTo>
                      <a:pt x="600" y="985"/>
                    </a:lnTo>
                    <a:lnTo>
                      <a:pt x="40" y="429"/>
                    </a:lnTo>
                    <a:lnTo>
                      <a:pt x="24" y="409"/>
                    </a:lnTo>
                    <a:lnTo>
                      <a:pt x="11" y="389"/>
                    </a:lnTo>
                    <a:lnTo>
                      <a:pt x="4" y="367"/>
                    </a:lnTo>
                    <a:lnTo>
                      <a:pt x="0" y="344"/>
                    </a:lnTo>
                    <a:lnTo>
                      <a:pt x="0" y="320"/>
                    </a:lnTo>
                    <a:lnTo>
                      <a:pt x="4" y="297"/>
                    </a:lnTo>
                    <a:lnTo>
                      <a:pt x="11" y="275"/>
                    </a:lnTo>
                    <a:lnTo>
                      <a:pt x="24" y="253"/>
                    </a:lnTo>
                    <a:lnTo>
                      <a:pt x="40" y="234"/>
                    </a:lnTo>
                    <a:lnTo>
                      <a:pt x="236" y="39"/>
                    </a:lnTo>
                    <a:lnTo>
                      <a:pt x="255" y="24"/>
                    </a:lnTo>
                    <a:lnTo>
                      <a:pt x="275" y="12"/>
                    </a:lnTo>
                    <a:lnTo>
                      <a:pt x="298" y="4"/>
                    </a:lnTo>
                    <a:lnTo>
                      <a:pt x="321" y="0"/>
                    </a:lnTo>
                    <a:lnTo>
                      <a:pt x="34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" name="Freeform 84"/>
            <p:cNvSpPr>
              <a:spLocks noEditPoints="1"/>
            </p:cNvSpPr>
            <p:nvPr/>
          </p:nvSpPr>
          <p:spPr bwMode="auto">
            <a:xfrm>
              <a:off x="5088430" y="5002578"/>
              <a:ext cx="524499" cy="643954"/>
            </a:xfrm>
            <a:custGeom>
              <a:avLst/>
              <a:gdLst>
                <a:gd name="T0" fmla="*/ 2086 w 3059"/>
                <a:gd name="T1" fmla="*/ 3012 h 3752"/>
                <a:gd name="T2" fmla="*/ 1935 w 3059"/>
                <a:gd name="T3" fmla="*/ 3086 h 3752"/>
                <a:gd name="T4" fmla="*/ 2285 w 3059"/>
                <a:gd name="T5" fmla="*/ 3428 h 3752"/>
                <a:gd name="T6" fmla="*/ 2841 w 3059"/>
                <a:gd name="T7" fmla="*/ 2870 h 3752"/>
                <a:gd name="T8" fmla="*/ 2743 w 3059"/>
                <a:gd name="T9" fmla="*/ 2733 h 3752"/>
                <a:gd name="T10" fmla="*/ 1556 w 3059"/>
                <a:gd name="T11" fmla="*/ 2733 h 3752"/>
                <a:gd name="T12" fmla="*/ 988 w 3059"/>
                <a:gd name="T13" fmla="*/ 2776 h 3752"/>
                <a:gd name="T14" fmla="*/ 1003 w 3059"/>
                <a:gd name="T15" fmla="*/ 2629 h 3752"/>
                <a:gd name="T16" fmla="*/ 872 w 3059"/>
                <a:gd name="T17" fmla="*/ 2574 h 3752"/>
                <a:gd name="T18" fmla="*/ 475 w 3059"/>
                <a:gd name="T19" fmla="*/ 2716 h 3752"/>
                <a:gd name="T20" fmla="*/ 508 w 3059"/>
                <a:gd name="T21" fmla="*/ 2629 h 3752"/>
                <a:gd name="T22" fmla="*/ 2362 w 3059"/>
                <a:gd name="T23" fmla="*/ 2358 h 3752"/>
                <a:gd name="T24" fmla="*/ 2855 w 3059"/>
                <a:gd name="T25" fmla="*/ 2563 h 3752"/>
                <a:gd name="T26" fmla="*/ 3059 w 3059"/>
                <a:gd name="T27" fmla="*/ 3055 h 3752"/>
                <a:gd name="T28" fmla="*/ 2855 w 3059"/>
                <a:gd name="T29" fmla="*/ 3547 h 3752"/>
                <a:gd name="T30" fmla="*/ 2362 w 3059"/>
                <a:gd name="T31" fmla="*/ 3752 h 3752"/>
                <a:gd name="T32" fmla="*/ 1868 w 3059"/>
                <a:gd name="T33" fmla="*/ 3547 h 3752"/>
                <a:gd name="T34" fmla="*/ 1665 w 3059"/>
                <a:gd name="T35" fmla="*/ 3055 h 3752"/>
                <a:gd name="T36" fmla="*/ 1868 w 3059"/>
                <a:gd name="T37" fmla="*/ 2563 h 3752"/>
                <a:gd name="T38" fmla="*/ 2362 w 3059"/>
                <a:gd name="T39" fmla="*/ 2358 h 3752"/>
                <a:gd name="T40" fmla="*/ 1665 w 3059"/>
                <a:gd name="T41" fmla="*/ 2251 h 3752"/>
                <a:gd name="T42" fmla="*/ 988 w 3059"/>
                <a:gd name="T43" fmla="*/ 2294 h 3752"/>
                <a:gd name="T44" fmla="*/ 1003 w 3059"/>
                <a:gd name="T45" fmla="*/ 2147 h 3752"/>
                <a:gd name="T46" fmla="*/ 872 w 3059"/>
                <a:gd name="T47" fmla="*/ 2115 h 3752"/>
                <a:gd name="T48" fmla="*/ 475 w 3059"/>
                <a:gd name="T49" fmla="*/ 2257 h 3752"/>
                <a:gd name="T50" fmla="*/ 508 w 3059"/>
                <a:gd name="T51" fmla="*/ 2169 h 3752"/>
                <a:gd name="T52" fmla="*/ 1020 w 3059"/>
                <a:gd name="T53" fmla="*/ 1716 h 3752"/>
                <a:gd name="T54" fmla="*/ 1930 w 3059"/>
                <a:gd name="T55" fmla="*/ 1840 h 3752"/>
                <a:gd name="T56" fmla="*/ 977 w 3059"/>
                <a:gd name="T57" fmla="*/ 1854 h 3752"/>
                <a:gd name="T58" fmla="*/ 1020 w 3059"/>
                <a:gd name="T59" fmla="*/ 1716 h 3752"/>
                <a:gd name="T60" fmla="*/ 864 w 3059"/>
                <a:gd name="T61" fmla="*/ 1672 h 3752"/>
                <a:gd name="T62" fmla="*/ 464 w 3059"/>
                <a:gd name="T63" fmla="*/ 1790 h 3752"/>
                <a:gd name="T64" fmla="*/ 522 w 3059"/>
                <a:gd name="T65" fmla="*/ 1717 h 3752"/>
                <a:gd name="T66" fmla="*/ 1879 w 3059"/>
                <a:gd name="T67" fmla="*/ 1232 h 3752"/>
                <a:gd name="T68" fmla="*/ 1922 w 3059"/>
                <a:gd name="T69" fmla="*/ 1371 h 3752"/>
                <a:gd name="T70" fmla="*/ 969 w 3059"/>
                <a:gd name="T71" fmla="*/ 1356 h 3752"/>
                <a:gd name="T72" fmla="*/ 831 w 3059"/>
                <a:gd name="T73" fmla="*/ 1113 h 3752"/>
                <a:gd name="T74" fmla="*/ 666 w 3059"/>
                <a:gd name="T75" fmla="*/ 1418 h 3752"/>
                <a:gd name="T76" fmla="*/ 458 w 3059"/>
                <a:gd name="T77" fmla="*/ 1298 h 3752"/>
                <a:gd name="T78" fmla="*/ 536 w 3059"/>
                <a:gd name="T79" fmla="*/ 1247 h 3752"/>
                <a:gd name="T80" fmla="*/ 592 w 3059"/>
                <a:gd name="T81" fmla="*/ 402 h 3752"/>
                <a:gd name="T82" fmla="*/ 735 w 3059"/>
                <a:gd name="T83" fmla="*/ 667 h 3752"/>
                <a:gd name="T84" fmla="*/ 1716 w 3059"/>
                <a:gd name="T85" fmla="*/ 645 h 3752"/>
                <a:gd name="T86" fmla="*/ 1819 w 3059"/>
                <a:gd name="T87" fmla="*/ 375 h 3752"/>
                <a:gd name="T88" fmla="*/ 2378 w 3059"/>
                <a:gd name="T89" fmla="*/ 473 h 3752"/>
                <a:gd name="T90" fmla="*/ 2288 w 3059"/>
                <a:gd name="T91" fmla="*/ 2201 h 3752"/>
                <a:gd name="T92" fmla="*/ 1526 w 3059"/>
                <a:gd name="T93" fmla="*/ 3247 h 3752"/>
                <a:gd name="T94" fmla="*/ 51 w 3059"/>
                <a:gd name="T95" fmla="*/ 3301 h 3752"/>
                <a:gd name="T96" fmla="*/ 23 w 3059"/>
                <a:gd name="T97" fmla="*/ 491 h 3752"/>
                <a:gd name="T98" fmla="*/ 1208 w 3059"/>
                <a:gd name="T99" fmla="*/ 107 h 3752"/>
                <a:gd name="T100" fmla="*/ 1138 w 3059"/>
                <a:gd name="T101" fmla="*/ 229 h 3752"/>
                <a:gd name="T102" fmla="*/ 1277 w 3059"/>
                <a:gd name="T103" fmla="*/ 229 h 3752"/>
                <a:gd name="T104" fmla="*/ 1208 w 3059"/>
                <a:gd name="T105" fmla="*/ 107 h 3752"/>
                <a:gd name="T106" fmla="*/ 1371 w 3059"/>
                <a:gd name="T107" fmla="*/ 92 h 3752"/>
                <a:gd name="T108" fmla="*/ 1436 w 3059"/>
                <a:gd name="T109" fmla="*/ 257 h 3752"/>
                <a:gd name="T110" fmla="*/ 1691 w 3059"/>
                <a:gd name="T111" fmla="*/ 338 h 3752"/>
                <a:gd name="T112" fmla="*/ 1671 w 3059"/>
                <a:gd name="T113" fmla="*/ 543 h 3752"/>
                <a:gd name="T114" fmla="*/ 768 w 3059"/>
                <a:gd name="T115" fmla="*/ 563 h 3752"/>
                <a:gd name="T116" fmla="*/ 710 w 3059"/>
                <a:gd name="T117" fmla="*/ 365 h 3752"/>
                <a:gd name="T118" fmla="*/ 961 w 3059"/>
                <a:gd name="T119" fmla="*/ 265 h 3752"/>
                <a:gd name="T120" fmla="*/ 1031 w 3059"/>
                <a:gd name="T121" fmla="*/ 121 h 3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59" h="3752">
                  <a:moveTo>
                    <a:pt x="2743" y="2733"/>
                  </a:moveTo>
                  <a:lnTo>
                    <a:pt x="2720" y="2736"/>
                  </a:lnTo>
                  <a:lnTo>
                    <a:pt x="2697" y="2741"/>
                  </a:lnTo>
                  <a:lnTo>
                    <a:pt x="2676" y="2753"/>
                  </a:lnTo>
                  <a:lnTo>
                    <a:pt x="2657" y="2770"/>
                  </a:lnTo>
                  <a:lnTo>
                    <a:pt x="2295" y="3176"/>
                  </a:lnTo>
                  <a:lnTo>
                    <a:pt x="2107" y="3025"/>
                  </a:lnTo>
                  <a:lnTo>
                    <a:pt x="2086" y="3012"/>
                  </a:lnTo>
                  <a:lnTo>
                    <a:pt x="2063" y="3004"/>
                  </a:lnTo>
                  <a:lnTo>
                    <a:pt x="2040" y="3002"/>
                  </a:lnTo>
                  <a:lnTo>
                    <a:pt x="2016" y="3004"/>
                  </a:lnTo>
                  <a:lnTo>
                    <a:pt x="1994" y="3012"/>
                  </a:lnTo>
                  <a:lnTo>
                    <a:pt x="1973" y="3024"/>
                  </a:lnTo>
                  <a:lnTo>
                    <a:pt x="1956" y="3041"/>
                  </a:lnTo>
                  <a:lnTo>
                    <a:pt x="1942" y="3063"/>
                  </a:lnTo>
                  <a:lnTo>
                    <a:pt x="1935" y="3086"/>
                  </a:lnTo>
                  <a:lnTo>
                    <a:pt x="1932" y="3108"/>
                  </a:lnTo>
                  <a:lnTo>
                    <a:pt x="1935" y="3132"/>
                  </a:lnTo>
                  <a:lnTo>
                    <a:pt x="1942" y="3155"/>
                  </a:lnTo>
                  <a:lnTo>
                    <a:pt x="1955" y="3174"/>
                  </a:lnTo>
                  <a:lnTo>
                    <a:pt x="1973" y="3193"/>
                  </a:lnTo>
                  <a:lnTo>
                    <a:pt x="2241" y="3406"/>
                  </a:lnTo>
                  <a:lnTo>
                    <a:pt x="2262" y="3420"/>
                  </a:lnTo>
                  <a:lnTo>
                    <a:pt x="2285" y="3428"/>
                  </a:lnTo>
                  <a:lnTo>
                    <a:pt x="2308" y="3430"/>
                  </a:lnTo>
                  <a:lnTo>
                    <a:pt x="2331" y="3428"/>
                  </a:lnTo>
                  <a:lnTo>
                    <a:pt x="2351" y="3421"/>
                  </a:lnTo>
                  <a:lnTo>
                    <a:pt x="2372" y="3410"/>
                  </a:lnTo>
                  <a:lnTo>
                    <a:pt x="2389" y="3395"/>
                  </a:lnTo>
                  <a:lnTo>
                    <a:pt x="2818" y="2912"/>
                  </a:lnTo>
                  <a:lnTo>
                    <a:pt x="2832" y="2891"/>
                  </a:lnTo>
                  <a:lnTo>
                    <a:pt x="2841" y="2870"/>
                  </a:lnTo>
                  <a:lnTo>
                    <a:pt x="2845" y="2846"/>
                  </a:lnTo>
                  <a:lnTo>
                    <a:pt x="2843" y="2823"/>
                  </a:lnTo>
                  <a:lnTo>
                    <a:pt x="2837" y="2800"/>
                  </a:lnTo>
                  <a:lnTo>
                    <a:pt x="2826" y="2779"/>
                  </a:lnTo>
                  <a:lnTo>
                    <a:pt x="2809" y="2761"/>
                  </a:lnTo>
                  <a:lnTo>
                    <a:pt x="2788" y="2747"/>
                  </a:lnTo>
                  <a:lnTo>
                    <a:pt x="2767" y="2738"/>
                  </a:lnTo>
                  <a:lnTo>
                    <a:pt x="2743" y="2733"/>
                  </a:lnTo>
                  <a:close/>
                  <a:moveTo>
                    <a:pt x="1020" y="2626"/>
                  </a:moveTo>
                  <a:lnTo>
                    <a:pt x="1503" y="2626"/>
                  </a:lnTo>
                  <a:lnTo>
                    <a:pt x="1520" y="2629"/>
                  </a:lnTo>
                  <a:lnTo>
                    <a:pt x="1535" y="2637"/>
                  </a:lnTo>
                  <a:lnTo>
                    <a:pt x="1546" y="2648"/>
                  </a:lnTo>
                  <a:lnTo>
                    <a:pt x="1554" y="2663"/>
                  </a:lnTo>
                  <a:lnTo>
                    <a:pt x="1556" y="2680"/>
                  </a:lnTo>
                  <a:lnTo>
                    <a:pt x="1556" y="2733"/>
                  </a:lnTo>
                  <a:lnTo>
                    <a:pt x="1554" y="2750"/>
                  </a:lnTo>
                  <a:lnTo>
                    <a:pt x="1546" y="2765"/>
                  </a:lnTo>
                  <a:lnTo>
                    <a:pt x="1535" y="2776"/>
                  </a:lnTo>
                  <a:lnTo>
                    <a:pt x="1520" y="2784"/>
                  </a:lnTo>
                  <a:lnTo>
                    <a:pt x="1503" y="2787"/>
                  </a:lnTo>
                  <a:lnTo>
                    <a:pt x="1020" y="2787"/>
                  </a:lnTo>
                  <a:lnTo>
                    <a:pt x="1003" y="2784"/>
                  </a:lnTo>
                  <a:lnTo>
                    <a:pt x="988" y="2776"/>
                  </a:lnTo>
                  <a:lnTo>
                    <a:pt x="977" y="2765"/>
                  </a:lnTo>
                  <a:lnTo>
                    <a:pt x="969" y="2750"/>
                  </a:lnTo>
                  <a:lnTo>
                    <a:pt x="967" y="2733"/>
                  </a:lnTo>
                  <a:lnTo>
                    <a:pt x="967" y="2680"/>
                  </a:lnTo>
                  <a:lnTo>
                    <a:pt x="969" y="2663"/>
                  </a:lnTo>
                  <a:lnTo>
                    <a:pt x="977" y="2648"/>
                  </a:lnTo>
                  <a:lnTo>
                    <a:pt x="988" y="2637"/>
                  </a:lnTo>
                  <a:lnTo>
                    <a:pt x="1003" y="2629"/>
                  </a:lnTo>
                  <a:lnTo>
                    <a:pt x="1020" y="2626"/>
                  </a:lnTo>
                  <a:close/>
                  <a:moveTo>
                    <a:pt x="831" y="2506"/>
                  </a:moveTo>
                  <a:lnTo>
                    <a:pt x="846" y="2509"/>
                  </a:lnTo>
                  <a:lnTo>
                    <a:pt x="860" y="2518"/>
                  </a:lnTo>
                  <a:lnTo>
                    <a:pt x="870" y="2530"/>
                  </a:lnTo>
                  <a:lnTo>
                    <a:pt x="875" y="2545"/>
                  </a:lnTo>
                  <a:lnTo>
                    <a:pt x="875" y="2559"/>
                  </a:lnTo>
                  <a:lnTo>
                    <a:pt x="872" y="2574"/>
                  </a:lnTo>
                  <a:lnTo>
                    <a:pt x="864" y="2588"/>
                  </a:lnTo>
                  <a:lnTo>
                    <a:pt x="666" y="2809"/>
                  </a:lnTo>
                  <a:lnTo>
                    <a:pt x="655" y="2819"/>
                  </a:lnTo>
                  <a:lnTo>
                    <a:pt x="642" y="2824"/>
                  </a:lnTo>
                  <a:lnTo>
                    <a:pt x="628" y="2827"/>
                  </a:lnTo>
                  <a:lnTo>
                    <a:pt x="612" y="2823"/>
                  </a:lnTo>
                  <a:lnTo>
                    <a:pt x="598" y="2815"/>
                  </a:lnTo>
                  <a:lnTo>
                    <a:pt x="475" y="2716"/>
                  </a:lnTo>
                  <a:lnTo>
                    <a:pt x="464" y="2705"/>
                  </a:lnTo>
                  <a:lnTo>
                    <a:pt x="458" y="2691"/>
                  </a:lnTo>
                  <a:lnTo>
                    <a:pt x="456" y="2676"/>
                  </a:lnTo>
                  <a:lnTo>
                    <a:pt x="459" y="2662"/>
                  </a:lnTo>
                  <a:lnTo>
                    <a:pt x="467" y="2647"/>
                  </a:lnTo>
                  <a:lnTo>
                    <a:pt x="478" y="2637"/>
                  </a:lnTo>
                  <a:lnTo>
                    <a:pt x="493" y="2631"/>
                  </a:lnTo>
                  <a:lnTo>
                    <a:pt x="508" y="2629"/>
                  </a:lnTo>
                  <a:lnTo>
                    <a:pt x="522" y="2632"/>
                  </a:lnTo>
                  <a:lnTo>
                    <a:pt x="536" y="2640"/>
                  </a:lnTo>
                  <a:lnTo>
                    <a:pt x="623" y="2709"/>
                  </a:lnTo>
                  <a:lnTo>
                    <a:pt x="790" y="2522"/>
                  </a:lnTo>
                  <a:lnTo>
                    <a:pt x="801" y="2512"/>
                  </a:lnTo>
                  <a:lnTo>
                    <a:pt x="816" y="2507"/>
                  </a:lnTo>
                  <a:lnTo>
                    <a:pt x="831" y="2506"/>
                  </a:lnTo>
                  <a:close/>
                  <a:moveTo>
                    <a:pt x="2362" y="2358"/>
                  </a:moveTo>
                  <a:lnTo>
                    <a:pt x="2433" y="2361"/>
                  </a:lnTo>
                  <a:lnTo>
                    <a:pt x="2503" y="2373"/>
                  </a:lnTo>
                  <a:lnTo>
                    <a:pt x="2570" y="2390"/>
                  </a:lnTo>
                  <a:lnTo>
                    <a:pt x="2633" y="2413"/>
                  </a:lnTo>
                  <a:lnTo>
                    <a:pt x="2695" y="2442"/>
                  </a:lnTo>
                  <a:lnTo>
                    <a:pt x="2752" y="2477"/>
                  </a:lnTo>
                  <a:lnTo>
                    <a:pt x="2805" y="2517"/>
                  </a:lnTo>
                  <a:lnTo>
                    <a:pt x="2855" y="2563"/>
                  </a:lnTo>
                  <a:lnTo>
                    <a:pt x="2900" y="2612"/>
                  </a:lnTo>
                  <a:lnTo>
                    <a:pt x="2941" y="2665"/>
                  </a:lnTo>
                  <a:lnTo>
                    <a:pt x="2975" y="2723"/>
                  </a:lnTo>
                  <a:lnTo>
                    <a:pt x="3005" y="2784"/>
                  </a:lnTo>
                  <a:lnTo>
                    <a:pt x="3029" y="2848"/>
                  </a:lnTo>
                  <a:lnTo>
                    <a:pt x="3046" y="2915"/>
                  </a:lnTo>
                  <a:lnTo>
                    <a:pt x="3056" y="2983"/>
                  </a:lnTo>
                  <a:lnTo>
                    <a:pt x="3059" y="3055"/>
                  </a:lnTo>
                  <a:lnTo>
                    <a:pt x="3056" y="3127"/>
                  </a:lnTo>
                  <a:lnTo>
                    <a:pt x="3046" y="3196"/>
                  </a:lnTo>
                  <a:lnTo>
                    <a:pt x="3029" y="3262"/>
                  </a:lnTo>
                  <a:lnTo>
                    <a:pt x="3005" y="3327"/>
                  </a:lnTo>
                  <a:lnTo>
                    <a:pt x="2975" y="3387"/>
                  </a:lnTo>
                  <a:lnTo>
                    <a:pt x="2941" y="3445"/>
                  </a:lnTo>
                  <a:lnTo>
                    <a:pt x="2900" y="3498"/>
                  </a:lnTo>
                  <a:lnTo>
                    <a:pt x="2855" y="3547"/>
                  </a:lnTo>
                  <a:lnTo>
                    <a:pt x="2805" y="3593"/>
                  </a:lnTo>
                  <a:lnTo>
                    <a:pt x="2752" y="3633"/>
                  </a:lnTo>
                  <a:lnTo>
                    <a:pt x="2695" y="3668"/>
                  </a:lnTo>
                  <a:lnTo>
                    <a:pt x="2633" y="3697"/>
                  </a:lnTo>
                  <a:lnTo>
                    <a:pt x="2570" y="3720"/>
                  </a:lnTo>
                  <a:lnTo>
                    <a:pt x="2503" y="3738"/>
                  </a:lnTo>
                  <a:lnTo>
                    <a:pt x="2433" y="3749"/>
                  </a:lnTo>
                  <a:lnTo>
                    <a:pt x="2362" y="3752"/>
                  </a:lnTo>
                  <a:lnTo>
                    <a:pt x="2291" y="3749"/>
                  </a:lnTo>
                  <a:lnTo>
                    <a:pt x="2221" y="3738"/>
                  </a:lnTo>
                  <a:lnTo>
                    <a:pt x="2154" y="3720"/>
                  </a:lnTo>
                  <a:lnTo>
                    <a:pt x="2090" y="3697"/>
                  </a:lnTo>
                  <a:lnTo>
                    <a:pt x="2029" y="3668"/>
                  </a:lnTo>
                  <a:lnTo>
                    <a:pt x="1972" y="3633"/>
                  </a:lnTo>
                  <a:lnTo>
                    <a:pt x="1918" y="3593"/>
                  </a:lnTo>
                  <a:lnTo>
                    <a:pt x="1868" y="3547"/>
                  </a:lnTo>
                  <a:lnTo>
                    <a:pt x="1824" y="3498"/>
                  </a:lnTo>
                  <a:lnTo>
                    <a:pt x="1783" y="3445"/>
                  </a:lnTo>
                  <a:lnTo>
                    <a:pt x="1749" y="3387"/>
                  </a:lnTo>
                  <a:lnTo>
                    <a:pt x="1719" y="3327"/>
                  </a:lnTo>
                  <a:lnTo>
                    <a:pt x="1695" y="3262"/>
                  </a:lnTo>
                  <a:lnTo>
                    <a:pt x="1678" y="3196"/>
                  </a:lnTo>
                  <a:lnTo>
                    <a:pt x="1668" y="3127"/>
                  </a:lnTo>
                  <a:lnTo>
                    <a:pt x="1665" y="3055"/>
                  </a:lnTo>
                  <a:lnTo>
                    <a:pt x="1668" y="2983"/>
                  </a:lnTo>
                  <a:lnTo>
                    <a:pt x="1678" y="2915"/>
                  </a:lnTo>
                  <a:lnTo>
                    <a:pt x="1695" y="2848"/>
                  </a:lnTo>
                  <a:lnTo>
                    <a:pt x="1719" y="2784"/>
                  </a:lnTo>
                  <a:lnTo>
                    <a:pt x="1749" y="2723"/>
                  </a:lnTo>
                  <a:lnTo>
                    <a:pt x="1783" y="2665"/>
                  </a:lnTo>
                  <a:lnTo>
                    <a:pt x="1824" y="2612"/>
                  </a:lnTo>
                  <a:lnTo>
                    <a:pt x="1868" y="2563"/>
                  </a:lnTo>
                  <a:lnTo>
                    <a:pt x="1918" y="2517"/>
                  </a:lnTo>
                  <a:lnTo>
                    <a:pt x="1972" y="2477"/>
                  </a:lnTo>
                  <a:lnTo>
                    <a:pt x="2029" y="2442"/>
                  </a:lnTo>
                  <a:lnTo>
                    <a:pt x="2090" y="2413"/>
                  </a:lnTo>
                  <a:lnTo>
                    <a:pt x="2154" y="2390"/>
                  </a:lnTo>
                  <a:lnTo>
                    <a:pt x="2221" y="2373"/>
                  </a:lnTo>
                  <a:lnTo>
                    <a:pt x="2291" y="2361"/>
                  </a:lnTo>
                  <a:lnTo>
                    <a:pt x="2362" y="2358"/>
                  </a:lnTo>
                  <a:close/>
                  <a:moveTo>
                    <a:pt x="1020" y="2144"/>
                  </a:moveTo>
                  <a:lnTo>
                    <a:pt x="1611" y="2144"/>
                  </a:lnTo>
                  <a:lnTo>
                    <a:pt x="1627" y="2147"/>
                  </a:lnTo>
                  <a:lnTo>
                    <a:pt x="1642" y="2155"/>
                  </a:lnTo>
                  <a:lnTo>
                    <a:pt x="1654" y="2166"/>
                  </a:lnTo>
                  <a:lnTo>
                    <a:pt x="1661" y="2181"/>
                  </a:lnTo>
                  <a:lnTo>
                    <a:pt x="1665" y="2198"/>
                  </a:lnTo>
                  <a:lnTo>
                    <a:pt x="1665" y="2251"/>
                  </a:lnTo>
                  <a:lnTo>
                    <a:pt x="1661" y="2268"/>
                  </a:lnTo>
                  <a:lnTo>
                    <a:pt x="1654" y="2283"/>
                  </a:lnTo>
                  <a:lnTo>
                    <a:pt x="1642" y="2294"/>
                  </a:lnTo>
                  <a:lnTo>
                    <a:pt x="1627" y="2302"/>
                  </a:lnTo>
                  <a:lnTo>
                    <a:pt x="1611" y="2305"/>
                  </a:lnTo>
                  <a:lnTo>
                    <a:pt x="1020" y="2305"/>
                  </a:lnTo>
                  <a:lnTo>
                    <a:pt x="1003" y="2302"/>
                  </a:lnTo>
                  <a:lnTo>
                    <a:pt x="988" y="2294"/>
                  </a:lnTo>
                  <a:lnTo>
                    <a:pt x="977" y="2283"/>
                  </a:lnTo>
                  <a:lnTo>
                    <a:pt x="969" y="2268"/>
                  </a:lnTo>
                  <a:lnTo>
                    <a:pt x="967" y="2251"/>
                  </a:lnTo>
                  <a:lnTo>
                    <a:pt x="967" y="2198"/>
                  </a:lnTo>
                  <a:lnTo>
                    <a:pt x="969" y="2181"/>
                  </a:lnTo>
                  <a:lnTo>
                    <a:pt x="977" y="2166"/>
                  </a:lnTo>
                  <a:lnTo>
                    <a:pt x="988" y="2155"/>
                  </a:lnTo>
                  <a:lnTo>
                    <a:pt x="1003" y="2147"/>
                  </a:lnTo>
                  <a:lnTo>
                    <a:pt x="1020" y="2144"/>
                  </a:lnTo>
                  <a:close/>
                  <a:moveTo>
                    <a:pt x="831" y="2047"/>
                  </a:moveTo>
                  <a:lnTo>
                    <a:pt x="846" y="2050"/>
                  </a:lnTo>
                  <a:lnTo>
                    <a:pt x="860" y="2059"/>
                  </a:lnTo>
                  <a:lnTo>
                    <a:pt x="870" y="2070"/>
                  </a:lnTo>
                  <a:lnTo>
                    <a:pt x="875" y="2085"/>
                  </a:lnTo>
                  <a:lnTo>
                    <a:pt x="875" y="2100"/>
                  </a:lnTo>
                  <a:lnTo>
                    <a:pt x="872" y="2115"/>
                  </a:lnTo>
                  <a:lnTo>
                    <a:pt x="864" y="2128"/>
                  </a:lnTo>
                  <a:lnTo>
                    <a:pt x="666" y="2350"/>
                  </a:lnTo>
                  <a:lnTo>
                    <a:pt x="655" y="2359"/>
                  </a:lnTo>
                  <a:lnTo>
                    <a:pt x="642" y="2365"/>
                  </a:lnTo>
                  <a:lnTo>
                    <a:pt x="628" y="2367"/>
                  </a:lnTo>
                  <a:lnTo>
                    <a:pt x="612" y="2364"/>
                  </a:lnTo>
                  <a:lnTo>
                    <a:pt x="598" y="2356"/>
                  </a:lnTo>
                  <a:lnTo>
                    <a:pt x="475" y="2257"/>
                  </a:lnTo>
                  <a:lnTo>
                    <a:pt x="464" y="2246"/>
                  </a:lnTo>
                  <a:lnTo>
                    <a:pt x="458" y="2232"/>
                  </a:lnTo>
                  <a:lnTo>
                    <a:pt x="456" y="2217"/>
                  </a:lnTo>
                  <a:lnTo>
                    <a:pt x="459" y="2202"/>
                  </a:lnTo>
                  <a:lnTo>
                    <a:pt x="467" y="2188"/>
                  </a:lnTo>
                  <a:lnTo>
                    <a:pt x="478" y="2177"/>
                  </a:lnTo>
                  <a:lnTo>
                    <a:pt x="493" y="2172"/>
                  </a:lnTo>
                  <a:lnTo>
                    <a:pt x="508" y="2169"/>
                  </a:lnTo>
                  <a:lnTo>
                    <a:pt x="522" y="2173"/>
                  </a:lnTo>
                  <a:lnTo>
                    <a:pt x="536" y="2181"/>
                  </a:lnTo>
                  <a:lnTo>
                    <a:pt x="623" y="2250"/>
                  </a:lnTo>
                  <a:lnTo>
                    <a:pt x="790" y="2062"/>
                  </a:lnTo>
                  <a:lnTo>
                    <a:pt x="801" y="2052"/>
                  </a:lnTo>
                  <a:lnTo>
                    <a:pt x="816" y="2048"/>
                  </a:lnTo>
                  <a:lnTo>
                    <a:pt x="831" y="2047"/>
                  </a:lnTo>
                  <a:close/>
                  <a:moveTo>
                    <a:pt x="1020" y="1716"/>
                  </a:moveTo>
                  <a:lnTo>
                    <a:pt x="1879" y="1716"/>
                  </a:lnTo>
                  <a:lnTo>
                    <a:pt x="1896" y="1718"/>
                  </a:lnTo>
                  <a:lnTo>
                    <a:pt x="1910" y="1726"/>
                  </a:lnTo>
                  <a:lnTo>
                    <a:pt x="1922" y="1737"/>
                  </a:lnTo>
                  <a:lnTo>
                    <a:pt x="1930" y="1752"/>
                  </a:lnTo>
                  <a:lnTo>
                    <a:pt x="1932" y="1769"/>
                  </a:lnTo>
                  <a:lnTo>
                    <a:pt x="1932" y="1823"/>
                  </a:lnTo>
                  <a:lnTo>
                    <a:pt x="1930" y="1840"/>
                  </a:lnTo>
                  <a:lnTo>
                    <a:pt x="1922" y="1854"/>
                  </a:lnTo>
                  <a:lnTo>
                    <a:pt x="1910" y="1866"/>
                  </a:lnTo>
                  <a:lnTo>
                    <a:pt x="1896" y="1874"/>
                  </a:lnTo>
                  <a:lnTo>
                    <a:pt x="1879" y="1876"/>
                  </a:lnTo>
                  <a:lnTo>
                    <a:pt x="1020" y="1876"/>
                  </a:lnTo>
                  <a:lnTo>
                    <a:pt x="1003" y="1874"/>
                  </a:lnTo>
                  <a:lnTo>
                    <a:pt x="988" y="1866"/>
                  </a:lnTo>
                  <a:lnTo>
                    <a:pt x="977" y="1854"/>
                  </a:lnTo>
                  <a:lnTo>
                    <a:pt x="969" y="1840"/>
                  </a:lnTo>
                  <a:lnTo>
                    <a:pt x="967" y="1823"/>
                  </a:lnTo>
                  <a:lnTo>
                    <a:pt x="967" y="1769"/>
                  </a:lnTo>
                  <a:lnTo>
                    <a:pt x="969" y="1752"/>
                  </a:lnTo>
                  <a:lnTo>
                    <a:pt x="977" y="1737"/>
                  </a:lnTo>
                  <a:lnTo>
                    <a:pt x="988" y="1726"/>
                  </a:lnTo>
                  <a:lnTo>
                    <a:pt x="1003" y="1718"/>
                  </a:lnTo>
                  <a:lnTo>
                    <a:pt x="1020" y="1716"/>
                  </a:lnTo>
                  <a:close/>
                  <a:moveTo>
                    <a:pt x="831" y="1591"/>
                  </a:moveTo>
                  <a:lnTo>
                    <a:pt x="846" y="1594"/>
                  </a:lnTo>
                  <a:lnTo>
                    <a:pt x="860" y="1603"/>
                  </a:lnTo>
                  <a:lnTo>
                    <a:pt x="870" y="1614"/>
                  </a:lnTo>
                  <a:lnTo>
                    <a:pt x="875" y="1629"/>
                  </a:lnTo>
                  <a:lnTo>
                    <a:pt x="875" y="1644"/>
                  </a:lnTo>
                  <a:lnTo>
                    <a:pt x="872" y="1659"/>
                  </a:lnTo>
                  <a:lnTo>
                    <a:pt x="864" y="1672"/>
                  </a:lnTo>
                  <a:lnTo>
                    <a:pt x="666" y="1894"/>
                  </a:lnTo>
                  <a:lnTo>
                    <a:pt x="655" y="1903"/>
                  </a:lnTo>
                  <a:lnTo>
                    <a:pt x="642" y="1909"/>
                  </a:lnTo>
                  <a:lnTo>
                    <a:pt x="628" y="1911"/>
                  </a:lnTo>
                  <a:lnTo>
                    <a:pt x="612" y="1908"/>
                  </a:lnTo>
                  <a:lnTo>
                    <a:pt x="598" y="1900"/>
                  </a:lnTo>
                  <a:lnTo>
                    <a:pt x="475" y="1801"/>
                  </a:lnTo>
                  <a:lnTo>
                    <a:pt x="464" y="1790"/>
                  </a:lnTo>
                  <a:lnTo>
                    <a:pt x="458" y="1776"/>
                  </a:lnTo>
                  <a:lnTo>
                    <a:pt x="456" y="1761"/>
                  </a:lnTo>
                  <a:lnTo>
                    <a:pt x="459" y="1745"/>
                  </a:lnTo>
                  <a:lnTo>
                    <a:pt x="467" y="1732"/>
                  </a:lnTo>
                  <a:lnTo>
                    <a:pt x="478" y="1721"/>
                  </a:lnTo>
                  <a:lnTo>
                    <a:pt x="493" y="1716"/>
                  </a:lnTo>
                  <a:lnTo>
                    <a:pt x="508" y="1713"/>
                  </a:lnTo>
                  <a:lnTo>
                    <a:pt x="522" y="1717"/>
                  </a:lnTo>
                  <a:lnTo>
                    <a:pt x="536" y="1725"/>
                  </a:lnTo>
                  <a:lnTo>
                    <a:pt x="623" y="1794"/>
                  </a:lnTo>
                  <a:lnTo>
                    <a:pt x="790" y="1607"/>
                  </a:lnTo>
                  <a:lnTo>
                    <a:pt x="801" y="1596"/>
                  </a:lnTo>
                  <a:lnTo>
                    <a:pt x="816" y="1592"/>
                  </a:lnTo>
                  <a:lnTo>
                    <a:pt x="831" y="1591"/>
                  </a:lnTo>
                  <a:close/>
                  <a:moveTo>
                    <a:pt x="1020" y="1232"/>
                  </a:moveTo>
                  <a:lnTo>
                    <a:pt x="1879" y="1232"/>
                  </a:lnTo>
                  <a:lnTo>
                    <a:pt x="1896" y="1236"/>
                  </a:lnTo>
                  <a:lnTo>
                    <a:pt x="1910" y="1243"/>
                  </a:lnTo>
                  <a:lnTo>
                    <a:pt x="1922" y="1255"/>
                  </a:lnTo>
                  <a:lnTo>
                    <a:pt x="1930" y="1270"/>
                  </a:lnTo>
                  <a:lnTo>
                    <a:pt x="1932" y="1286"/>
                  </a:lnTo>
                  <a:lnTo>
                    <a:pt x="1932" y="1340"/>
                  </a:lnTo>
                  <a:lnTo>
                    <a:pt x="1930" y="1356"/>
                  </a:lnTo>
                  <a:lnTo>
                    <a:pt x="1922" y="1371"/>
                  </a:lnTo>
                  <a:lnTo>
                    <a:pt x="1910" y="1384"/>
                  </a:lnTo>
                  <a:lnTo>
                    <a:pt x="1896" y="1391"/>
                  </a:lnTo>
                  <a:lnTo>
                    <a:pt x="1879" y="1394"/>
                  </a:lnTo>
                  <a:lnTo>
                    <a:pt x="1020" y="1394"/>
                  </a:lnTo>
                  <a:lnTo>
                    <a:pt x="1003" y="1391"/>
                  </a:lnTo>
                  <a:lnTo>
                    <a:pt x="988" y="1384"/>
                  </a:lnTo>
                  <a:lnTo>
                    <a:pt x="977" y="1371"/>
                  </a:lnTo>
                  <a:lnTo>
                    <a:pt x="969" y="1356"/>
                  </a:lnTo>
                  <a:lnTo>
                    <a:pt x="967" y="1340"/>
                  </a:lnTo>
                  <a:lnTo>
                    <a:pt x="967" y="1286"/>
                  </a:lnTo>
                  <a:lnTo>
                    <a:pt x="969" y="1270"/>
                  </a:lnTo>
                  <a:lnTo>
                    <a:pt x="977" y="1255"/>
                  </a:lnTo>
                  <a:lnTo>
                    <a:pt x="988" y="1243"/>
                  </a:lnTo>
                  <a:lnTo>
                    <a:pt x="1003" y="1236"/>
                  </a:lnTo>
                  <a:lnTo>
                    <a:pt x="1020" y="1232"/>
                  </a:lnTo>
                  <a:close/>
                  <a:moveTo>
                    <a:pt x="831" y="1113"/>
                  </a:moveTo>
                  <a:lnTo>
                    <a:pt x="846" y="1118"/>
                  </a:lnTo>
                  <a:lnTo>
                    <a:pt x="860" y="1126"/>
                  </a:lnTo>
                  <a:lnTo>
                    <a:pt x="870" y="1138"/>
                  </a:lnTo>
                  <a:lnTo>
                    <a:pt x="875" y="1152"/>
                  </a:lnTo>
                  <a:lnTo>
                    <a:pt x="875" y="1168"/>
                  </a:lnTo>
                  <a:lnTo>
                    <a:pt x="872" y="1182"/>
                  </a:lnTo>
                  <a:lnTo>
                    <a:pt x="864" y="1195"/>
                  </a:lnTo>
                  <a:lnTo>
                    <a:pt x="666" y="1418"/>
                  </a:lnTo>
                  <a:lnTo>
                    <a:pt x="655" y="1427"/>
                  </a:lnTo>
                  <a:lnTo>
                    <a:pt x="642" y="1433"/>
                  </a:lnTo>
                  <a:lnTo>
                    <a:pt x="628" y="1434"/>
                  </a:lnTo>
                  <a:lnTo>
                    <a:pt x="612" y="1431"/>
                  </a:lnTo>
                  <a:lnTo>
                    <a:pt x="598" y="1423"/>
                  </a:lnTo>
                  <a:lnTo>
                    <a:pt x="475" y="1325"/>
                  </a:lnTo>
                  <a:lnTo>
                    <a:pt x="464" y="1313"/>
                  </a:lnTo>
                  <a:lnTo>
                    <a:pt x="458" y="1298"/>
                  </a:lnTo>
                  <a:lnTo>
                    <a:pt x="456" y="1284"/>
                  </a:lnTo>
                  <a:lnTo>
                    <a:pt x="459" y="1269"/>
                  </a:lnTo>
                  <a:lnTo>
                    <a:pt x="467" y="1255"/>
                  </a:lnTo>
                  <a:lnTo>
                    <a:pt x="478" y="1245"/>
                  </a:lnTo>
                  <a:lnTo>
                    <a:pt x="493" y="1238"/>
                  </a:lnTo>
                  <a:lnTo>
                    <a:pt x="508" y="1237"/>
                  </a:lnTo>
                  <a:lnTo>
                    <a:pt x="522" y="1239"/>
                  </a:lnTo>
                  <a:lnTo>
                    <a:pt x="536" y="1247"/>
                  </a:lnTo>
                  <a:lnTo>
                    <a:pt x="623" y="1317"/>
                  </a:lnTo>
                  <a:lnTo>
                    <a:pt x="790" y="1130"/>
                  </a:lnTo>
                  <a:lnTo>
                    <a:pt x="801" y="1120"/>
                  </a:lnTo>
                  <a:lnTo>
                    <a:pt x="816" y="1114"/>
                  </a:lnTo>
                  <a:lnTo>
                    <a:pt x="831" y="1113"/>
                  </a:lnTo>
                  <a:close/>
                  <a:moveTo>
                    <a:pt x="162" y="375"/>
                  </a:moveTo>
                  <a:lnTo>
                    <a:pt x="596" y="375"/>
                  </a:lnTo>
                  <a:lnTo>
                    <a:pt x="592" y="402"/>
                  </a:lnTo>
                  <a:lnTo>
                    <a:pt x="591" y="431"/>
                  </a:lnTo>
                  <a:lnTo>
                    <a:pt x="594" y="474"/>
                  </a:lnTo>
                  <a:lnTo>
                    <a:pt x="604" y="515"/>
                  </a:lnTo>
                  <a:lnTo>
                    <a:pt x="620" y="553"/>
                  </a:lnTo>
                  <a:lnTo>
                    <a:pt x="642" y="588"/>
                  </a:lnTo>
                  <a:lnTo>
                    <a:pt x="668" y="619"/>
                  </a:lnTo>
                  <a:lnTo>
                    <a:pt x="700" y="646"/>
                  </a:lnTo>
                  <a:lnTo>
                    <a:pt x="735" y="667"/>
                  </a:lnTo>
                  <a:lnTo>
                    <a:pt x="773" y="683"/>
                  </a:lnTo>
                  <a:lnTo>
                    <a:pt x="814" y="694"/>
                  </a:lnTo>
                  <a:lnTo>
                    <a:pt x="857" y="697"/>
                  </a:lnTo>
                  <a:lnTo>
                    <a:pt x="1559" y="697"/>
                  </a:lnTo>
                  <a:lnTo>
                    <a:pt x="1602" y="694"/>
                  </a:lnTo>
                  <a:lnTo>
                    <a:pt x="1643" y="683"/>
                  </a:lnTo>
                  <a:lnTo>
                    <a:pt x="1680" y="667"/>
                  </a:lnTo>
                  <a:lnTo>
                    <a:pt x="1716" y="645"/>
                  </a:lnTo>
                  <a:lnTo>
                    <a:pt x="1746" y="619"/>
                  </a:lnTo>
                  <a:lnTo>
                    <a:pt x="1774" y="587"/>
                  </a:lnTo>
                  <a:lnTo>
                    <a:pt x="1795" y="551"/>
                  </a:lnTo>
                  <a:lnTo>
                    <a:pt x="1811" y="513"/>
                  </a:lnTo>
                  <a:lnTo>
                    <a:pt x="1822" y="471"/>
                  </a:lnTo>
                  <a:lnTo>
                    <a:pt x="1825" y="428"/>
                  </a:lnTo>
                  <a:lnTo>
                    <a:pt x="1824" y="401"/>
                  </a:lnTo>
                  <a:lnTo>
                    <a:pt x="1819" y="375"/>
                  </a:lnTo>
                  <a:lnTo>
                    <a:pt x="2147" y="375"/>
                  </a:lnTo>
                  <a:lnTo>
                    <a:pt x="2193" y="377"/>
                  </a:lnTo>
                  <a:lnTo>
                    <a:pt x="2234" y="384"/>
                  </a:lnTo>
                  <a:lnTo>
                    <a:pt x="2270" y="396"/>
                  </a:lnTo>
                  <a:lnTo>
                    <a:pt x="2304" y="409"/>
                  </a:lnTo>
                  <a:lnTo>
                    <a:pt x="2333" y="428"/>
                  </a:lnTo>
                  <a:lnTo>
                    <a:pt x="2358" y="449"/>
                  </a:lnTo>
                  <a:lnTo>
                    <a:pt x="2378" y="473"/>
                  </a:lnTo>
                  <a:lnTo>
                    <a:pt x="2394" y="499"/>
                  </a:lnTo>
                  <a:lnTo>
                    <a:pt x="2406" y="528"/>
                  </a:lnTo>
                  <a:lnTo>
                    <a:pt x="2414" y="558"/>
                  </a:lnTo>
                  <a:lnTo>
                    <a:pt x="2416" y="590"/>
                  </a:lnTo>
                  <a:lnTo>
                    <a:pt x="2416" y="2200"/>
                  </a:lnTo>
                  <a:lnTo>
                    <a:pt x="2389" y="2199"/>
                  </a:lnTo>
                  <a:lnTo>
                    <a:pt x="2362" y="2198"/>
                  </a:lnTo>
                  <a:lnTo>
                    <a:pt x="2288" y="2201"/>
                  </a:lnTo>
                  <a:lnTo>
                    <a:pt x="2217" y="2210"/>
                  </a:lnTo>
                  <a:lnTo>
                    <a:pt x="2147" y="2226"/>
                  </a:lnTo>
                  <a:lnTo>
                    <a:pt x="2147" y="965"/>
                  </a:lnTo>
                  <a:lnTo>
                    <a:pt x="269" y="965"/>
                  </a:lnTo>
                  <a:lnTo>
                    <a:pt x="269" y="3108"/>
                  </a:lnTo>
                  <a:lnTo>
                    <a:pt x="1506" y="3108"/>
                  </a:lnTo>
                  <a:lnTo>
                    <a:pt x="1513" y="3179"/>
                  </a:lnTo>
                  <a:lnTo>
                    <a:pt x="1526" y="3247"/>
                  </a:lnTo>
                  <a:lnTo>
                    <a:pt x="1544" y="3313"/>
                  </a:lnTo>
                  <a:lnTo>
                    <a:pt x="1567" y="3377"/>
                  </a:lnTo>
                  <a:lnTo>
                    <a:pt x="215" y="3377"/>
                  </a:lnTo>
                  <a:lnTo>
                    <a:pt x="176" y="3373"/>
                  </a:lnTo>
                  <a:lnTo>
                    <a:pt x="140" y="3363"/>
                  </a:lnTo>
                  <a:lnTo>
                    <a:pt x="107" y="3347"/>
                  </a:lnTo>
                  <a:lnTo>
                    <a:pt x="76" y="3327"/>
                  </a:lnTo>
                  <a:lnTo>
                    <a:pt x="51" y="3301"/>
                  </a:lnTo>
                  <a:lnTo>
                    <a:pt x="29" y="3271"/>
                  </a:lnTo>
                  <a:lnTo>
                    <a:pt x="14" y="3237"/>
                  </a:lnTo>
                  <a:lnTo>
                    <a:pt x="3" y="3201"/>
                  </a:lnTo>
                  <a:lnTo>
                    <a:pt x="0" y="3162"/>
                  </a:lnTo>
                  <a:lnTo>
                    <a:pt x="0" y="590"/>
                  </a:lnTo>
                  <a:lnTo>
                    <a:pt x="3" y="555"/>
                  </a:lnTo>
                  <a:lnTo>
                    <a:pt x="10" y="522"/>
                  </a:lnTo>
                  <a:lnTo>
                    <a:pt x="23" y="491"/>
                  </a:lnTo>
                  <a:lnTo>
                    <a:pt x="39" y="463"/>
                  </a:lnTo>
                  <a:lnTo>
                    <a:pt x="57" y="438"/>
                  </a:lnTo>
                  <a:lnTo>
                    <a:pt x="76" y="416"/>
                  </a:lnTo>
                  <a:lnTo>
                    <a:pt x="98" y="399"/>
                  </a:lnTo>
                  <a:lnTo>
                    <a:pt x="119" y="387"/>
                  </a:lnTo>
                  <a:lnTo>
                    <a:pt x="141" y="377"/>
                  </a:lnTo>
                  <a:lnTo>
                    <a:pt x="162" y="375"/>
                  </a:lnTo>
                  <a:close/>
                  <a:moveTo>
                    <a:pt x="1208" y="107"/>
                  </a:moveTo>
                  <a:lnTo>
                    <a:pt x="1186" y="110"/>
                  </a:lnTo>
                  <a:lnTo>
                    <a:pt x="1167" y="118"/>
                  </a:lnTo>
                  <a:lnTo>
                    <a:pt x="1151" y="131"/>
                  </a:lnTo>
                  <a:lnTo>
                    <a:pt x="1138" y="147"/>
                  </a:lnTo>
                  <a:lnTo>
                    <a:pt x="1131" y="166"/>
                  </a:lnTo>
                  <a:lnTo>
                    <a:pt x="1127" y="188"/>
                  </a:lnTo>
                  <a:lnTo>
                    <a:pt x="1131" y="209"/>
                  </a:lnTo>
                  <a:lnTo>
                    <a:pt x="1138" y="229"/>
                  </a:lnTo>
                  <a:lnTo>
                    <a:pt x="1151" y="244"/>
                  </a:lnTo>
                  <a:lnTo>
                    <a:pt x="1167" y="257"/>
                  </a:lnTo>
                  <a:lnTo>
                    <a:pt x="1186" y="265"/>
                  </a:lnTo>
                  <a:lnTo>
                    <a:pt x="1208" y="268"/>
                  </a:lnTo>
                  <a:lnTo>
                    <a:pt x="1230" y="265"/>
                  </a:lnTo>
                  <a:lnTo>
                    <a:pt x="1249" y="257"/>
                  </a:lnTo>
                  <a:lnTo>
                    <a:pt x="1265" y="244"/>
                  </a:lnTo>
                  <a:lnTo>
                    <a:pt x="1277" y="229"/>
                  </a:lnTo>
                  <a:lnTo>
                    <a:pt x="1285" y="209"/>
                  </a:lnTo>
                  <a:lnTo>
                    <a:pt x="1289" y="188"/>
                  </a:lnTo>
                  <a:lnTo>
                    <a:pt x="1285" y="166"/>
                  </a:lnTo>
                  <a:lnTo>
                    <a:pt x="1277" y="147"/>
                  </a:lnTo>
                  <a:lnTo>
                    <a:pt x="1265" y="131"/>
                  </a:lnTo>
                  <a:lnTo>
                    <a:pt x="1249" y="118"/>
                  </a:lnTo>
                  <a:lnTo>
                    <a:pt x="1230" y="110"/>
                  </a:lnTo>
                  <a:lnTo>
                    <a:pt x="1208" y="107"/>
                  </a:lnTo>
                  <a:close/>
                  <a:moveTo>
                    <a:pt x="1206" y="0"/>
                  </a:moveTo>
                  <a:lnTo>
                    <a:pt x="1210" y="0"/>
                  </a:lnTo>
                  <a:lnTo>
                    <a:pt x="1243" y="3"/>
                  </a:lnTo>
                  <a:lnTo>
                    <a:pt x="1275" y="11"/>
                  </a:lnTo>
                  <a:lnTo>
                    <a:pt x="1304" y="25"/>
                  </a:lnTo>
                  <a:lnTo>
                    <a:pt x="1330" y="43"/>
                  </a:lnTo>
                  <a:lnTo>
                    <a:pt x="1353" y="66"/>
                  </a:lnTo>
                  <a:lnTo>
                    <a:pt x="1371" y="92"/>
                  </a:lnTo>
                  <a:lnTo>
                    <a:pt x="1384" y="121"/>
                  </a:lnTo>
                  <a:lnTo>
                    <a:pt x="1392" y="152"/>
                  </a:lnTo>
                  <a:lnTo>
                    <a:pt x="1396" y="185"/>
                  </a:lnTo>
                  <a:lnTo>
                    <a:pt x="1396" y="188"/>
                  </a:lnTo>
                  <a:lnTo>
                    <a:pt x="1398" y="209"/>
                  </a:lnTo>
                  <a:lnTo>
                    <a:pt x="1407" y="229"/>
                  </a:lnTo>
                  <a:lnTo>
                    <a:pt x="1420" y="244"/>
                  </a:lnTo>
                  <a:lnTo>
                    <a:pt x="1436" y="257"/>
                  </a:lnTo>
                  <a:lnTo>
                    <a:pt x="1454" y="265"/>
                  </a:lnTo>
                  <a:lnTo>
                    <a:pt x="1476" y="268"/>
                  </a:lnTo>
                  <a:lnTo>
                    <a:pt x="1559" y="268"/>
                  </a:lnTo>
                  <a:lnTo>
                    <a:pt x="1590" y="272"/>
                  </a:lnTo>
                  <a:lnTo>
                    <a:pt x="1620" y="281"/>
                  </a:lnTo>
                  <a:lnTo>
                    <a:pt x="1647" y="296"/>
                  </a:lnTo>
                  <a:lnTo>
                    <a:pt x="1671" y="315"/>
                  </a:lnTo>
                  <a:lnTo>
                    <a:pt x="1691" y="338"/>
                  </a:lnTo>
                  <a:lnTo>
                    <a:pt x="1705" y="365"/>
                  </a:lnTo>
                  <a:lnTo>
                    <a:pt x="1715" y="396"/>
                  </a:lnTo>
                  <a:lnTo>
                    <a:pt x="1718" y="428"/>
                  </a:lnTo>
                  <a:lnTo>
                    <a:pt x="1718" y="431"/>
                  </a:lnTo>
                  <a:lnTo>
                    <a:pt x="1715" y="463"/>
                  </a:lnTo>
                  <a:lnTo>
                    <a:pt x="1705" y="492"/>
                  </a:lnTo>
                  <a:lnTo>
                    <a:pt x="1691" y="520"/>
                  </a:lnTo>
                  <a:lnTo>
                    <a:pt x="1671" y="543"/>
                  </a:lnTo>
                  <a:lnTo>
                    <a:pt x="1647" y="563"/>
                  </a:lnTo>
                  <a:lnTo>
                    <a:pt x="1620" y="578"/>
                  </a:lnTo>
                  <a:lnTo>
                    <a:pt x="1590" y="587"/>
                  </a:lnTo>
                  <a:lnTo>
                    <a:pt x="1559" y="590"/>
                  </a:lnTo>
                  <a:lnTo>
                    <a:pt x="857" y="590"/>
                  </a:lnTo>
                  <a:lnTo>
                    <a:pt x="825" y="587"/>
                  </a:lnTo>
                  <a:lnTo>
                    <a:pt x="796" y="578"/>
                  </a:lnTo>
                  <a:lnTo>
                    <a:pt x="768" y="563"/>
                  </a:lnTo>
                  <a:lnTo>
                    <a:pt x="745" y="543"/>
                  </a:lnTo>
                  <a:lnTo>
                    <a:pt x="725" y="520"/>
                  </a:lnTo>
                  <a:lnTo>
                    <a:pt x="710" y="492"/>
                  </a:lnTo>
                  <a:lnTo>
                    <a:pt x="701" y="463"/>
                  </a:lnTo>
                  <a:lnTo>
                    <a:pt x="698" y="431"/>
                  </a:lnTo>
                  <a:lnTo>
                    <a:pt x="698" y="428"/>
                  </a:lnTo>
                  <a:lnTo>
                    <a:pt x="701" y="396"/>
                  </a:lnTo>
                  <a:lnTo>
                    <a:pt x="710" y="365"/>
                  </a:lnTo>
                  <a:lnTo>
                    <a:pt x="725" y="338"/>
                  </a:lnTo>
                  <a:lnTo>
                    <a:pt x="745" y="315"/>
                  </a:lnTo>
                  <a:lnTo>
                    <a:pt x="768" y="296"/>
                  </a:lnTo>
                  <a:lnTo>
                    <a:pt x="796" y="281"/>
                  </a:lnTo>
                  <a:lnTo>
                    <a:pt x="825" y="272"/>
                  </a:lnTo>
                  <a:lnTo>
                    <a:pt x="857" y="268"/>
                  </a:lnTo>
                  <a:lnTo>
                    <a:pt x="940" y="268"/>
                  </a:lnTo>
                  <a:lnTo>
                    <a:pt x="961" y="265"/>
                  </a:lnTo>
                  <a:lnTo>
                    <a:pt x="980" y="257"/>
                  </a:lnTo>
                  <a:lnTo>
                    <a:pt x="996" y="244"/>
                  </a:lnTo>
                  <a:lnTo>
                    <a:pt x="1009" y="229"/>
                  </a:lnTo>
                  <a:lnTo>
                    <a:pt x="1017" y="209"/>
                  </a:lnTo>
                  <a:lnTo>
                    <a:pt x="1020" y="188"/>
                  </a:lnTo>
                  <a:lnTo>
                    <a:pt x="1020" y="185"/>
                  </a:lnTo>
                  <a:lnTo>
                    <a:pt x="1023" y="152"/>
                  </a:lnTo>
                  <a:lnTo>
                    <a:pt x="1031" y="121"/>
                  </a:lnTo>
                  <a:lnTo>
                    <a:pt x="1045" y="92"/>
                  </a:lnTo>
                  <a:lnTo>
                    <a:pt x="1063" y="66"/>
                  </a:lnTo>
                  <a:lnTo>
                    <a:pt x="1086" y="43"/>
                  </a:lnTo>
                  <a:lnTo>
                    <a:pt x="1112" y="25"/>
                  </a:lnTo>
                  <a:lnTo>
                    <a:pt x="1141" y="11"/>
                  </a:lnTo>
                  <a:lnTo>
                    <a:pt x="1173" y="3"/>
                  </a:lnTo>
                  <a:lnTo>
                    <a:pt x="120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auto">
            <a:xfrm>
              <a:off x="6195416" y="2531814"/>
              <a:ext cx="3415303" cy="901640"/>
            </a:xfrm>
            <a:custGeom>
              <a:avLst/>
              <a:gdLst>
                <a:gd name="T0" fmla="*/ 0 w 2799"/>
                <a:gd name="T1" fmla="*/ 247 h 739"/>
                <a:gd name="T2" fmla="*/ 589 w 2799"/>
                <a:gd name="T3" fmla="*/ 492 h 739"/>
                <a:gd name="T4" fmla="*/ 1784 w 2799"/>
                <a:gd name="T5" fmla="*/ 655 h 739"/>
                <a:gd name="T6" fmla="*/ 2797 w 2799"/>
                <a:gd name="T7" fmla="*/ 739 h 739"/>
                <a:gd name="T8" fmla="*/ 2799 w 2799"/>
                <a:gd name="T9" fmla="*/ 689 h 739"/>
                <a:gd name="T10" fmla="*/ 1273 w 2799"/>
                <a:gd name="T11" fmla="*/ 168 h 739"/>
                <a:gd name="T12" fmla="*/ 629 w 2799"/>
                <a:gd name="T13" fmla="*/ 0 h 739"/>
                <a:gd name="T14" fmla="*/ 0 w 2799"/>
                <a:gd name="T15" fmla="*/ 247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9" h="739">
                  <a:moveTo>
                    <a:pt x="0" y="247"/>
                  </a:moveTo>
                  <a:cubicBezTo>
                    <a:pt x="0" y="247"/>
                    <a:pt x="208" y="412"/>
                    <a:pt x="589" y="492"/>
                  </a:cubicBezTo>
                  <a:cubicBezTo>
                    <a:pt x="720" y="519"/>
                    <a:pt x="1332" y="608"/>
                    <a:pt x="1784" y="655"/>
                  </a:cubicBezTo>
                  <a:cubicBezTo>
                    <a:pt x="2314" y="711"/>
                    <a:pt x="2780" y="739"/>
                    <a:pt x="2797" y="739"/>
                  </a:cubicBezTo>
                  <a:cubicBezTo>
                    <a:pt x="2799" y="689"/>
                    <a:pt x="2799" y="689"/>
                    <a:pt x="2799" y="689"/>
                  </a:cubicBezTo>
                  <a:cubicBezTo>
                    <a:pt x="1273" y="168"/>
                    <a:pt x="1273" y="168"/>
                    <a:pt x="1273" y="168"/>
                  </a:cubicBezTo>
                  <a:cubicBezTo>
                    <a:pt x="629" y="0"/>
                    <a:pt x="629" y="0"/>
                    <a:pt x="629" y="0"/>
                  </a:cubicBezTo>
                  <a:lnTo>
                    <a:pt x="0" y="247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54"/>
            <p:cNvSpPr>
              <a:spLocks noChangeArrowheads="1"/>
            </p:cNvSpPr>
            <p:nvPr/>
          </p:nvSpPr>
          <p:spPr bwMode="auto">
            <a:xfrm>
              <a:off x="6195416" y="1550809"/>
              <a:ext cx="1281552" cy="128285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auto">
            <a:xfrm>
              <a:off x="7476968" y="1552110"/>
              <a:ext cx="2133751" cy="1846215"/>
            </a:xfrm>
            <a:custGeom>
              <a:avLst/>
              <a:gdLst>
                <a:gd name="T0" fmla="*/ 0 w 1749"/>
                <a:gd name="T1" fmla="*/ 1050 h 1513"/>
                <a:gd name="T2" fmla="*/ 1749 w 1749"/>
                <a:gd name="T3" fmla="*/ 1492 h 1513"/>
                <a:gd name="T4" fmla="*/ 1749 w 1749"/>
                <a:gd name="T5" fmla="*/ 1100 h 1513"/>
                <a:gd name="T6" fmla="*/ 0 w 1749"/>
                <a:gd name="T7" fmla="*/ 0 h 1513"/>
                <a:gd name="T8" fmla="*/ 0 w 1749"/>
                <a:gd name="T9" fmla="*/ 1050 h 1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9" h="1513">
                  <a:moveTo>
                    <a:pt x="0" y="1050"/>
                  </a:moveTo>
                  <a:cubicBezTo>
                    <a:pt x="608" y="1513"/>
                    <a:pt x="1749" y="1492"/>
                    <a:pt x="1749" y="1492"/>
                  </a:cubicBezTo>
                  <a:cubicBezTo>
                    <a:pt x="1749" y="1100"/>
                    <a:pt x="1749" y="1100"/>
                    <a:pt x="1749" y="1100"/>
                  </a:cubicBezTo>
                  <a:cubicBezTo>
                    <a:pt x="1749" y="1100"/>
                    <a:pt x="275" y="1034"/>
                    <a:pt x="0" y="0"/>
                  </a:cubicBezTo>
                  <a:lnTo>
                    <a:pt x="0" y="105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auto">
            <a:xfrm>
              <a:off x="6195416" y="4082686"/>
              <a:ext cx="3415303" cy="901640"/>
            </a:xfrm>
            <a:custGeom>
              <a:avLst/>
              <a:gdLst>
                <a:gd name="T0" fmla="*/ 1784 w 2799"/>
                <a:gd name="T1" fmla="*/ 84 h 739"/>
                <a:gd name="T2" fmla="*/ 589 w 2799"/>
                <a:gd name="T3" fmla="*/ 248 h 739"/>
                <a:gd name="T4" fmla="*/ 0 w 2799"/>
                <a:gd name="T5" fmla="*/ 493 h 739"/>
                <a:gd name="T6" fmla="*/ 629 w 2799"/>
                <a:gd name="T7" fmla="*/ 739 h 739"/>
                <a:gd name="T8" fmla="*/ 1273 w 2799"/>
                <a:gd name="T9" fmla="*/ 572 h 739"/>
                <a:gd name="T10" fmla="*/ 2799 w 2799"/>
                <a:gd name="T11" fmla="*/ 50 h 739"/>
                <a:gd name="T12" fmla="*/ 2797 w 2799"/>
                <a:gd name="T13" fmla="*/ 0 h 739"/>
                <a:gd name="T14" fmla="*/ 1784 w 2799"/>
                <a:gd name="T15" fmla="*/ 84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9" h="739">
                  <a:moveTo>
                    <a:pt x="1784" y="84"/>
                  </a:moveTo>
                  <a:cubicBezTo>
                    <a:pt x="1332" y="132"/>
                    <a:pt x="720" y="220"/>
                    <a:pt x="589" y="248"/>
                  </a:cubicBezTo>
                  <a:cubicBezTo>
                    <a:pt x="208" y="327"/>
                    <a:pt x="0" y="493"/>
                    <a:pt x="0" y="493"/>
                  </a:cubicBezTo>
                  <a:cubicBezTo>
                    <a:pt x="629" y="739"/>
                    <a:pt x="629" y="739"/>
                    <a:pt x="629" y="739"/>
                  </a:cubicBezTo>
                  <a:cubicBezTo>
                    <a:pt x="1273" y="572"/>
                    <a:pt x="1273" y="572"/>
                    <a:pt x="1273" y="572"/>
                  </a:cubicBezTo>
                  <a:cubicBezTo>
                    <a:pt x="2799" y="50"/>
                    <a:pt x="2799" y="50"/>
                    <a:pt x="2799" y="50"/>
                  </a:cubicBezTo>
                  <a:cubicBezTo>
                    <a:pt x="2797" y="0"/>
                    <a:pt x="2797" y="0"/>
                    <a:pt x="2797" y="0"/>
                  </a:cubicBezTo>
                  <a:cubicBezTo>
                    <a:pt x="2780" y="0"/>
                    <a:pt x="2314" y="28"/>
                    <a:pt x="1784" y="84"/>
                  </a:cubicBezTo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ectangle 57"/>
            <p:cNvSpPr>
              <a:spLocks noChangeArrowheads="1"/>
            </p:cNvSpPr>
            <p:nvPr/>
          </p:nvSpPr>
          <p:spPr bwMode="auto">
            <a:xfrm>
              <a:off x="6195416" y="4683779"/>
              <a:ext cx="1281552" cy="1281552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auto">
            <a:xfrm>
              <a:off x="7476968" y="4142535"/>
              <a:ext cx="2133751" cy="1822796"/>
            </a:xfrm>
            <a:custGeom>
              <a:avLst/>
              <a:gdLst>
                <a:gd name="T0" fmla="*/ 0 w 1749"/>
                <a:gd name="T1" fmla="*/ 443 h 1493"/>
                <a:gd name="T2" fmla="*/ 0 w 1749"/>
                <a:gd name="T3" fmla="*/ 1493 h 1493"/>
                <a:gd name="T4" fmla="*/ 1749 w 1749"/>
                <a:gd name="T5" fmla="*/ 393 h 1493"/>
                <a:gd name="T6" fmla="*/ 1749 w 1749"/>
                <a:gd name="T7" fmla="*/ 0 h 1493"/>
                <a:gd name="T8" fmla="*/ 1727 w 1749"/>
                <a:gd name="T9" fmla="*/ 0 h 1493"/>
                <a:gd name="T10" fmla="*/ 0 w 1749"/>
                <a:gd name="T11" fmla="*/ 443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49" h="1493">
                  <a:moveTo>
                    <a:pt x="0" y="443"/>
                  </a:moveTo>
                  <a:cubicBezTo>
                    <a:pt x="0" y="1493"/>
                    <a:pt x="0" y="1493"/>
                    <a:pt x="0" y="1493"/>
                  </a:cubicBezTo>
                  <a:cubicBezTo>
                    <a:pt x="275" y="458"/>
                    <a:pt x="1749" y="393"/>
                    <a:pt x="1749" y="393"/>
                  </a:cubicBezTo>
                  <a:cubicBezTo>
                    <a:pt x="1749" y="0"/>
                    <a:pt x="1749" y="0"/>
                    <a:pt x="1749" y="0"/>
                  </a:cubicBezTo>
                  <a:cubicBezTo>
                    <a:pt x="1749" y="0"/>
                    <a:pt x="1741" y="0"/>
                    <a:pt x="1727" y="0"/>
                  </a:cubicBezTo>
                  <a:cubicBezTo>
                    <a:pt x="1565" y="0"/>
                    <a:pt x="558" y="17"/>
                    <a:pt x="0" y="443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59"/>
            <p:cNvSpPr>
              <a:spLocks noChangeArrowheads="1"/>
            </p:cNvSpPr>
            <p:nvPr/>
          </p:nvSpPr>
          <p:spPr bwMode="auto">
            <a:xfrm>
              <a:off x="6198018" y="3117294"/>
              <a:ext cx="1282853" cy="1281552"/>
            </a:xfrm>
            <a:prstGeom prst="rect">
              <a:avLst/>
            </a:prstGeom>
            <a:solidFill>
              <a:schemeClr val="accent6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auto">
            <a:xfrm>
              <a:off x="7475666" y="3117294"/>
              <a:ext cx="2131149" cy="1282852"/>
            </a:xfrm>
            <a:custGeom>
              <a:avLst/>
              <a:gdLst>
                <a:gd name="T0" fmla="*/ 0 w 1747"/>
                <a:gd name="T1" fmla="*/ 1052 h 1052"/>
                <a:gd name="T2" fmla="*/ 530 w 1747"/>
                <a:gd name="T3" fmla="*/ 874 h 1052"/>
                <a:gd name="T4" fmla="*/ 1747 w 1747"/>
                <a:gd name="T5" fmla="*/ 698 h 1052"/>
                <a:gd name="T6" fmla="*/ 1747 w 1747"/>
                <a:gd name="T7" fmla="*/ 314 h 1052"/>
                <a:gd name="T8" fmla="*/ 531 w 1747"/>
                <a:gd name="T9" fmla="*/ 171 h 1052"/>
                <a:gd name="T10" fmla="*/ 0 w 1747"/>
                <a:gd name="T11" fmla="*/ 0 h 1052"/>
                <a:gd name="T12" fmla="*/ 0 w 1747"/>
                <a:gd name="T13" fmla="*/ 1052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7" h="1052">
                  <a:moveTo>
                    <a:pt x="0" y="1052"/>
                  </a:moveTo>
                  <a:cubicBezTo>
                    <a:pt x="177" y="981"/>
                    <a:pt x="231" y="933"/>
                    <a:pt x="530" y="874"/>
                  </a:cubicBezTo>
                  <a:cubicBezTo>
                    <a:pt x="810" y="819"/>
                    <a:pt x="1424" y="711"/>
                    <a:pt x="1747" y="698"/>
                  </a:cubicBezTo>
                  <a:cubicBezTo>
                    <a:pt x="1747" y="314"/>
                    <a:pt x="1747" y="314"/>
                    <a:pt x="1747" y="314"/>
                  </a:cubicBezTo>
                  <a:cubicBezTo>
                    <a:pt x="1426" y="308"/>
                    <a:pt x="827" y="230"/>
                    <a:pt x="531" y="171"/>
                  </a:cubicBezTo>
                  <a:cubicBezTo>
                    <a:pt x="241" y="113"/>
                    <a:pt x="178" y="76"/>
                    <a:pt x="0" y="0"/>
                  </a:cubicBezTo>
                  <a:lnTo>
                    <a:pt x="0" y="1052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Oval 77"/>
            <p:cNvSpPr/>
            <p:nvPr/>
          </p:nvSpPr>
          <p:spPr>
            <a:xfrm>
              <a:off x="8770229" y="2240765"/>
              <a:ext cx="467734" cy="3058810"/>
            </a:xfrm>
            <a:prstGeom prst="ellipse">
              <a:avLst/>
            </a:prstGeom>
            <a:solidFill>
              <a:schemeClr val="tx1">
                <a:alpha val="64000"/>
              </a:schemeClr>
            </a:solidFill>
            <a:ln>
              <a:noFill/>
            </a:ln>
            <a:effectLst>
              <a:softEdge rad="139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8" name="Group 71"/>
            <p:cNvGrpSpPr/>
            <p:nvPr/>
          </p:nvGrpSpPr>
          <p:grpSpPr>
            <a:xfrm>
              <a:off x="6517634" y="3477342"/>
              <a:ext cx="643621" cy="561457"/>
              <a:chOff x="4745038" y="5484813"/>
              <a:chExt cx="671512" cy="585787"/>
            </a:xfrm>
            <a:solidFill>
              <a:schemeClr val="bg1"/>
            </a:solidFill>
          </p:grpSpPr>
          <p:sp>
            <p:nvSpPr>
              <p:cNvPr id="79" name="Freeform 89"/>
              <p:cNvSpPr>
                <a:spLocks/>
              </p:cNvSpPr>
              <p:nvPr/>
            </p:nvSpPr>
            <p:spPr bwMode="auto">
              <a:xfrm>
                <a:off x="5192713" y="5568950"/>
                <a:ext cx="92075" cy="187325"/>
              </a:xfrm>
              <a:custGeom>
                <a:avLst/>
                <a:gdLst>
                  <a:gd name="T0" fmla="*/ 267 w 464"/>
                  <a:gd name="T1" fmla="*/ 3 h 949"/>
                  <a:gd name="T2" fmla="*/ 289 w 464"/>
                  <a:gd name="T3" fmla="*/ 37 h 949"/>
                  <a:gd name="T4" fmla="*/ 291 w 464"/>
                  <a:gd name="T5" fmla="*/ 108 h 949"/>
                  <a:gd name="T6" fmla="*/ 294 w 464"/>
                  <a:gd name="T7" fmla="*/ 111 h 949"/>
                  <a:gd name="T8" fmla="*/ 307 w 464"/>
                  <a:gd name="T9" fmla="*/ 114 h 949"/>
                  <a:gd name="T10" fmla="*/ 351 w 464"/>
                  <a:gd name="T11" fmla="*/ 123 h 949"/>
                  <a:gd name="T12" fmla="*/ 403 w 464"/>
                  <a:gd name="T13" fmla="*/ 137 h 949"/>
                  <a:gd name="T14" fmla="*/ 433 w 464"/>
                  <a:gd name="T15" fmla="*/ 158 h 949"/>
                  <a:gd name="T16" fmla="*/ 415 w 464"/>
                  <a:gd name="T17" fmla="*/ 227 h 949"/>
                  <a:gd name="T18" fmla="*/ 393 w 464"/>
                  <a:gd name="T19" fmla="*/ 249 h 949"/>
                  <a:gd name="T20" fmla="*/ 365 w 464"/>
                  <a:gd name="T21" fmla="*/ 246 h 949"/>
                  <a:gd name="T22" fmla="*/ 345 w 464"/>
                  <a:gd name="T23" fmla="*/ 237 h 949"/>
                  <a:gd name="T24" fmla="*/ 293 w 464"/>
                  <a:gd name="T25" fmla="*/ 223 h 949"/>
                  <a:gd name="T26" fmla="*/ 223 w 464"/>
                  <a:gd name="T27" fmla="*/ 220 h 949"/>
                  <a:gd name="T28" fmla="*/ 172 w 464"/>
                  <a:gd name="T29" fmla="*/ 240 h 949"/>
                  <a:gd name="T30" fmla="*/ 149 w 464"/>
                  <a:gd name="T31" fmla="*/ 272 h 949"/>
                  <a:gd name="T32" fmla="*/ 146 w 464"/>
                  <a:gd name="T33" fmla="*/ 309 h 949"/>
                  <a:gd name="T34" fmla="*/ 165 w 464"/>
                  <a:gd name="T35" fmla="*/ 346 h 949"/>
                  <a:gd name="T36" fmla="*/ 217 w 464"/>
                  <a:gd name="T37" fmla="*/ 380 h 949"/>
                  <a:gd name="T38" fmla="*/ 316 w 464"/>
                  <a:gd name="T39" fmla="*/ 423 h 949"/>
                  <a:gd name="T40" fmla="*/ 408 w 464"/>
                  <a:gd name="T41" fmla="*/ 485 h 949"/>
                  <a:gd name="T42" fmla="*/ 455 w 464"/>
                  <a:gd name="T43" fmla="*/ 563 h 949"/>
                  <a:gd name="T44" fmla="*/ 461 w 464"/>
                  <a:gd name="T45" fmla="*/ 658 h 949"/>
                  <a:gd name="T46" fmla="*/ 427 w 464"/>
                  <a:gd name="T47" fmla="*/ 743 h 949"/>
                  <a:gd name="T48" fmla="*/ 355 w 464"/>
                  <a:gd name="T49" fmla="*/ 805 h 949"/>
                  <a:gd name="T50" fmla="*/ 288 w 464"/>
                  <a:gd name="T51" fmla="*/ 829 h 949"/>
                  <a:gd name="T52" fmla="*/ 284 w 464"/>
                  <a:gd name="T53" fmla="*/ 832 h 949"/>
                  <a:gd name="T54" fmla="*/ 283 w 464"/>
                  <a:gd name="T55" fmla="*/ 912 h 949"/>
                  <a:gd name="T56" fmla="*/ 259 w 464"/>
                  <a:gd name="T57" fmla="*/ 947 h 949"/>
                  <a:gd name="T58" fmla="*/ 196 w 464"/>
                  <a:gd name="T59" fmla="*/ 947 h 949"/>
                  <a:gd name="T60" fmla="*/ 172 w 464"/>
                  <a:gd name="T61" fmla="*/ 912 h 949"/>
                  <a:gd name="T62" fmla="*/ 171 w 464"/>
                  <a:gd name="T63" fmla="*/ 836 h 949"/>
                  <a:gd name="T64" fmla="*/ 166 w 464"/>
                  <a:gd name="T65" fmla="*/ 833 h 949"/>
                  <a:gd name="T66" fmla="*/ 151 w 464"/>
                  <a:gd name="T67" fmla="*/ 831 h 949"/>
                  <a:gd name="T68" fmla="*/ 97 w 464"/>
                  <a:gd name="T69" fmla="*/ 819 h 949"/>
                  <a:gd name="T70" fmla="*/ 35 w 464"/>
                  <a:gd name="T71" fmla="*/ 800 h 949"/>
                  <a:gd name="T72" fmla="*/ 2 w 464"/>
                  <a:gd name="T73" fmla="*/ 776 h 949"/>
                  <a:gd name="T74" fmla="*/ 19 w 464"/>
                  <a:gd name="T75" fmla="*/ 705 h 949"/>
                  <a:gd name="T76" fmla="*/ 42 w 464"/>
                  <a:gd name="T77" fmla="*/ 684 h 949"/>
                  <a:gd name="T78" fmla="*/ 64 w 464"/>
                  <a:gd name="T79" fmla="*/ 684 h 949"/>
                  <a:gd name="T80" fmla="*/ 78 w 464"/>
                  <a:gd name="T81" fmla="*/ 690 h 949"/>
                  <a:gd name="T82" fmla="*/ 117 w 464"/>
                  <a:gd name="T83" fmla="*/ 704 h 949"/>
                  <a:gd name="T84" fmla="*/ 171 w 464"/>
                  <a:gd name="T85" fmla="*/ 720 h 949"/>
                  <a:gd name="T86" fmla="*/ 237 w 464"/>
                  <a:gd name="T87" fmla="*/ 722 h 949"/>
                  <a:gd name="T88" fmla="*/ 301 w 464"/>
                  <a:gd name="T89" fmla="*/ 691 h 949"/>
                  <a:gd name="T90" fmla="*/ 326 w 464"/>
                  <a:gd name="T91" fmla="*/ 634 h 949"/>
                  <a:gd name="T92" fmla="*/ 306 w 464"/>
                  <a:gd name="T93" fmla="*/ 578 h 949"/>
                  <a:gd name="T94" fmla="*/ 241 w 464"/>
                  <a:gd name="T95" fmla="*/ 533 h 949"/>
                  <a:gd name="T96" fmla="*/ 153 w 464"/>
                  <a:gd name="T97" fmla="*/ 495 h 949"/>
                  <a:gd name="T98" fmla="*/ 79 w 464"/>
                  <a:gd name="T99" fmla="*/ 452 h 949"/>
                  <a:gd name="T100" fmla="*/ 27 w 464"/>
                  <a:gd name="T101" fmla="*/ 392 h 949"/>
                  <a:gd name="T102" fmla="*/ 7 w 464"/>
                  <a:gd name="T103" fmla="*/ 309 h 949"/>
                  <a:gd name="T104" fmla="*/ 28 w 464"/>
                  <a:gd name="T105" fmla="*/ 223 h 949"/>
                  <a:gd name="T106" fmla="*/ 84 w 464"/>
                  <a:gd name="T107" fmla="*/ 157 h 949"/>
                  <a:gd name="T108" fmla="*/ 172 w 464"/>
                  <a:gd name="T109" fmla="*/ 117 h 949"/>
                  <a:gd name="T110" fmla="*/ 177 w 464"/>
                  <a:gd name="T111" fmla="*/ 115 h 949"/>
                  <a:gd name="T112" fmla="*/ 180 w 464"/>
                  <a:gd name="T113" fmla="*/ 108 h 949"/>
                  <a:gd name="T114" fmla="*/ 192 w 464"/>
                  <a:gd name="T115" fmla="*/ 10 h 9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64" h="949">
                    <a:moveTo>
                      <a:pt x="218" y="0"/>
                    </a:moveTo>
                    <a:lnTo>
                      <a:pt x="251" y="0"/>
                    </a:lnTo>
                    <a:lnTo>
                      <a:pt x="267" y="3"/>
                    </a:lnTo>
                    <a:lnTo>
                      <a:pt x="279" y="10"/>
                    </a:lnTo>
                    <a:lnTo>
                      <a:pt x="287" y="22"/>
                    </a:lnTo>
                    <a:lnTo>
                      <a:pt x="289" y="37"/>
                    </a:lnTo>
                    <a:lnTo>
                      <a:pt x="290" y="104"/>
                    </a:lnTo>
                    <a:lnTo>
                      <a:pt x="290" y="107"/>
                    </a:lnTo>
                    <a:lnTo>
                      <a:pt x="291" y="108"/>
                    </a:lnTo>
                    <a:lnTo>
                      <a:pt x="292" y="109"/>
                    </a:lnTo>
                    <a:lnTo>
                      <a:pt x="293" y="110"/>
                    </a:lnTo>
                    <a:lnTo>
                      <a:pt x="294" y="111"/>
                    </a:lnTo>
                    <a:lnTo>
                      <a:pt x="295" y="111"/>
                    </a:lnTo>
                    <a:lnTo>
                      <a:pt x="298" y="111"/>
                    </a:lnTo>
                    <a:lnTo>
                      <a:pt x="307" y="114"/>
                    </a:lnTo>
                    <a:lnTo>
                      <a:pt x="319" y="116"/>
                    </a:lnTo>
                    <a:lnTo>
                      <a:pt x="333" y="119"/>
                    </a:lnTo>
                    <a:lnTo>
                      <a:pt x="351" y="123"/>
                    </a:lnTo>
                    <a:lnTo>
                      <a:pt x="368" y="127"/>
                    </a:lnTo>
                    <a:lnTo>
                      <a:pt x="387" y="132"/>
                    </a:lnTo>
                    <a:lnTo>
                      <a:pt x="403" y="137"/>
                    </a:lnTo>
                    <a:lnTo>
                      <a:pt x="418" y="143"/>
                    </a:lnTo>
                    <a:lnTo>
                      <a:pt x="427" y="148"/>
                    </a:lnTo>
                    <a:lnTo>
                      <a:pt x="433" y="158"/>
                    </a:lnTo>
                    <a:lnTo>
                      <a:pt x="436" y="168"/>
                    </a:lnTo>
                    <a:lnTo>
                      <a:pt x="434" y="180"/>
                    </a:lnTo>
                    <a:lnTo>
                      <a:pt x="415" y="227"/>
                    </a:lnTo>
                    <a:lnTo>
                      <a:pt x="410" y="237"/>
                    </a:lnTo>
                    <a:lnTo>
                      <a:pt x="402" y="244"/>
                    </a:lnTo>
                    <a:lnTo>
                      <a:pt x="393" y="249"/>
                    </a:lnTo>
                    <a:lnTo>
                      <a:pt x="382" y="250"/>
                    </a:lnTo>
                    <a:lnTo>
                      <a:pt x="373" y="249"/>
                    </a:lnTo>
                    <a:lnTo>
                      <a:pt x="365" y="246"/>
                    </a:lnTo>
                    <a:lnTo>
                      <a:pt x="363" y="245"/>
                    </a:lnTo>
                    <a:lnTo>
                      <a:pt x="356" y="242"/>
                    </a:lnTo>
                    <a:lnTo>
                      <a:pt x="345" y="237"/>
                    </a:lnTo>
                    <a:lnTo>
                      <a:pt x="330" y="233"/>
                    </a:lnTo>
                    <a:lnTo>
                      <a:pt x="313" y="227"/>
                    </a:lnTo>
                    <a:lnTo>
                      <a:pt x="293" y="223"/>
                    </a:lnTo>
                    <a:lnTo>
                      <a:pt x="271" y="220"/>
                    </a:lnTo>
                    <a:lnTo>
                      <a:pt x="246" y="219"/>
                    </a:lnTo>
                    <a:lnTo>
                      <a:pt x="223" y="220"/>
                    </a:lnTo>
                    <a:lnTo>
                      <a:pt x="203" y="224"/>
                    </a:lnTo>
                    <a:lnTo>
                      <a:pt x="187" y="232"/>
                    </a:lnTo>
                    <a:lnTo>
                      <a:pt x="172" y="240"/>
                    </a:lnTo>
                    <a:lnTo>
                      <a:pt x="162" y="249"/>
                    </a:lnTo>
                    <a:lnTo>
                      <a:pt x="154" y="260"/>
                    </a:lnTo>
                    <a:lnTo>
                      <a:pt x="149" y="272"/>
                    </a:lnTo>
                    <a:lnTo>
                      <a:pt x="145" y="284"/>
                    </a:lnTo>
                    <a:lnTo>
                      <a:pt x="144" y="296"/>
                    </a:lnTo>
                    <a:lnTo>
                      <a:pt x="146" y="309"/>
                    </a:lnTo>
                    <a:lnTo>
                      <a:pt x="149" y="323"/>
                    </a:lnTo>
                    <a:lnTo>
                      <a:pt x="155" y="335"/>
                    </a:lnTo>
                    <a:lnTo>
                      <a:pt x="165" y="346"/>
                    </a:lnTo>
                    <a:lnTo>
                      <a:pt x="178" y="358"/>
                    </a:lnTo>
                    <a:lnTo>
                      <a:pt x="196" y="369"/>
                    </a:lnTo>
                    <a:lnTo>
                      <a:pt x="217" y="380"/>
                    </a:lnTo>
                    <a:lnTo>
                      <a:pt x="243" y="393"/>
                    </a:lnTo>
                    <a:lnTo>
                      <a:pt x="275" y="405"/>
                    </a:lnTo>
                    <a:lnTo>
                      <a:pt x="316" y="423"/>
                    </a:lnTo>
                    <a:lnTo>
                      <a:pt x="352" y="443"/>
                    </a:lnTo>
                    <a:lnTo>
                      <a:pt x="382" y="463"/>
                    </a:lnTo>
                    <a:lnTo>
                      <a:pt x="408" y="485"/>
                    </a:lnTo>
                    <a:lnTo>
                      <a:pt x="429" y="510"/>
                    </a:lnTo>
                    <a:lnTo>
                      <a:pt x="444" y="535"/>
                    </a:lnTo>
                    <a:lnTo>
                      <a:pt x="455" y="563"/>
                    </a:lnTo>
                    <a:lnTo>
                      <a:pt x="461" y="593"/>
                    </a:lnTo>
                    <a:lnTo>
                      <a:pt x="464" y="625"/>
                    </a:lnTo>
                    <a:lnTo>
                      <a:pt x="461" y="658"/>
                    </a:lnTo>
                    <a:lnTo>
                      <a:pt x="454" y="689"/>
                    </a:lnTo>
                    <a:lnTo>
                      <a:pt x="443" y="717"/>
                    </a:lnTo>
                    <a:lnTo>
                      <a:pt x="427" y="743"/>
                    </a:lnTo>
                    <a:lnTo>
                      <a:pt x="406" y="767"/>
                    </a:lnTo>
                    <a:lnTo>
                      <a:pt x="382" y="788"/>
                    </a:lnTo>
                    <a:lnTo>
                      <a:pt x="355" y="805"/>
                    </a:lnTo>
                    <a:lnTo>
                      <a:pt x="323" y="818"/>
                    </a:lnTo>
                    <a:lnTo>
                      <a:pt x="289" y="829"/>
                    </a:lnTo>
                    <a:lnTo>
                      <a:pt x="288" y="829"/>
                    </a:lnTo>
                    <a:lnTo>
                      <a:pt x="287" y="830"/>
                    </a:lnTo>
                    <a:lnTo>
                      <a:pt x="285" y="831"/>
                    </a:lnTo>
                    <a:lnTo>
                      <a:pt x="284" y="832"/>
                    </a:lnTo>
                    <a:lnTo>
                      <a:pt x="283" y="834"/>
                    </a:lnTo>
                    <a:lnTo>
                      <a:pt x="283" y="837"/>
                    </a:lnTo>
                    <a:lnTo>
                      <a:pt x="283" y="912"/>
                    </a:lnTo>
                    <a:lnTo>
                      <a:pt x="280" y="926"/>
                    </a:lnTo>
                    <a:lnTo>
                      <a:pt x="272" y="938"/>
                    </a:lnTo>
                    <a:lnTo>
                      <a:pt x="259" y="947"/>
                    </a:lnTo>
                    <a:lnTo>
                      <a:pt x="245" y="949"/>
                    </a:lnTo>
                    <a:lnTo>
                      <a:pt x="210" y="949"/>
                    </a:lnTo>
                    <a:lnTo>
                      <a:pt x="196" y="947"/>
                    </a:lnTo>
                    <a:lnTo>
                      <a:pt x="184" y="938"/>
                    </a:lnTo>
                    <a:lnTo>
                      <a:pt x="175" y="926"/>
                    </a:lnTo>
                    <a:lnTo>
                      <a:pt x="172" y="912"/>
                    </a:lnTo>
                    <a:lnTo>
                      <a:pt x="172" y="841"/>
                    </a:lnTo>
                    <a:lnTo>
                      <a:pt x="172" y="838"/>
                    </a:lnTo>
                    <a:lnTo>
                      <a:pt x="171" y="836"/>
                    </a:lnTo>
                    <a:lnTo>
                      <a:pt x="169" y="835"/>
                    </a:lnTo>
                    <a:lnTo>
                      <a:pt x="168" y="834"/>
                    </a:lnTo>
                    <a:lnTo>
                      <a:pt x="166" y="833"/>
                    </a:lnTo>
                    <a:lnTo>
                      <a:pt x="165" y="833"/>
                    </a:lnTo>
                    <a:lnTo>
                      <a:pt x="161" y="833"/>
                    </a:lnTo>
                    <a:lnTo>
                      <a:pt x="151" y="831"/>
                    </a:lnTo>
                    <a:lnTo>
                      <a:pt x="136" y="828"/>
                    </a:lnTo>
                    <a:lnTo>
                      <a:pt x="118" y="823"/>
                    </a:lnTo>
                    <a:lnTo>
                      <a:pt x="97" y="819"/>
                    </a:lnTo>
                    <a:lnTo>
                      <a:pt x="77" y="813"/>
                    </a:lnTo>
                    <a:lnTo>
                      <a:pt x="55" y="807"/>
                    </a:lnTo>
                    <a:lnTo>
                      <a:pt x="35" y="800"/>
                    </a:lnTo>
                    <a:lnTo>
                      <a:pt x="17" y="792"/>
                    </a:lnTo>
                    <a:lnTo>
                      <a:pt x="9" y="786"/>
                    </a:lnTo>
                    <a:lnTo>
                      <a:pt x="2" y="776"/>
                    </a:lnTo>
                    <a:lnTo>
                      <a:pt x="0" y="766"/>
                    </a:lnTo>
                    <a:lnTo>
                      <a:pt x="2" y="754"/>
                    </a:lnTo>
                    <a:lnTo>
                      <a:pt x="19" y="705"/>
                    </a:lnTo>
                    <a:lnTo>
                      <a:pt x="25" y="696"/>
                    </a:lnTo>
                    <a:lnTo>
                      <a:pt x="33" y="689"/>
                    </a:lnTo>
                    <a:lnTo>
                      <a:pt x="42" y="684"/>
                    </a:lnTo>
                    <a:lnTo>
                      <a:pt x="53" y="682"/>
                    </a:lnTo>
                    <a:lnTo>
                      <a:pt x="58" y="683"/>
                    </a:lnTo>
                    <a:lnTo>
                      <a:pt x="64" y="684"/>
                    </a:lnTo>
                    <a:lnTo>
                      <a:pt x="69" y="686"/>
                    </a:lnTo>
                    <a:lnTo>
                      <a:pt x="72" y="687"/>
                    </a:lnTo>
                    <a:lnTo>
                      <a:pt x="78" y="690"/>
                    </a:lnTo>
                    <a:lnTo>
                      <a:pt x="88" y="694"/>
                    </a:lnTo>
                    <a:lnTo>
                      <a:pt x="102" y="699"/>
                    </a:lnTo>
                    <a:lnTo>
                      <a:pt x="117" y="704"/>
                    </a:lnTo>
                    <a:lnTo>
                      <a:pt x="134" y="711"/>
                    </a:lnTo>
                    <a:lnTo>
                      <a:pt x="153" y="716"/>
                    </a:lnTo>
                    <a:lnTo>
                      <a:pt x="171" y="720"/>
                    </a:lnTo>
                    <a:lnTo>
                      <a:pt x="191" y="723"/>
                    </a:lnTo>
                    <a:lnTo>
                      <a:pt x="208" y="724"/>
                    </a:lnTo>
                    <a:lnTo>
                      <a:pt x="237" y="722"/>
                    </a:lnTo>
                    <a:lnTo>
                      <a:pt x="263" y="715"/>
                    </a:lnTo>
                    <a:lnTo>
                      <a:pt x="284" y="704"/>
                    </a:lnTo>
                    <a:lnTo>
                      <a:pt x="301" y="691"/>
                    </a:lnTo>
                    <a:lnTo>
                      <a:pt x="315" y="675"/>
                    </a:lnTo>
                    <a:lnTo>
                      <a:pt x="323" y="655"/>
                    </a:lnTo>
                    <a:lnTo>
                      <a:pt x="326" y="634"/>
                    </a:lnTo>
                    <a:lnTo>
                      <a:pt x="324" y="613"/>
                    </a:lnTo>
                    <a:lnTo>
                      <a:pt x="317" y="596"/>
                    </a:lnTo>
                    <a:lnTo>
                      <a:pt x="306" y="578"/>
                    </a:lnTo>
                    <a:lnTo>
                      <a:pt x="290" y="563"/>
                    </a:lnTo>
                    <a:lnTo>
                      <a:pt x="269" y="547"/>
                    </a:lnTo>
                    <a:lnTo>
                      <a:pt x="241" y="533"/>
                    </a:lnTo>
                    <a:lnTo>
                      <a:pt x="208" y="519"/>
                    </a:lnTo>
                    <a:lnTo>
                      <a:pt x="180" y="507"/>
                    </a:lnTo>
                    <a:lnTo>
                      <a:pt x="153" y="495"/>
                    </a:lnTo>
                    <a:lnTo>
                      <a:pt x="126" y="482"/>
                    </a:lnTo>
                    <a:lnTo>
                      <a:pt x="102" y="467"/>
                    </a:lnTo>
                    <a:lnTo>
                      <a:pt x="79" y="452"/>
                    </a:lnTo>
                    <a:lnTo>
                      <a:pt x="58" y="434"/>
                    </a:lnTo>
                    <a:lnTo>
                      <a:pt x="41" y="414"/>
                    </a:lnTo>
                    <a:lnTo>
                      <a:pt x="27" y="392"/>
                    </a:lnTo>
                    <a:lnTo>
                      <a:pt x="16" y="367"/>
                    </a:lnTo>
                    <a:lnTo>
                      <a:pt x="9" y="339"/>
                    </a:lnTo>
                    <a:lnTo>
                      <a:pt x="7" y="309"/>
                    </a:lnTo>
                    <a:lnTo>
                      <a:pt x="9" y="279"/>
                    </a:lnTo>
                    <a:lnTo>
                      <a:pt x="16" y="250"/>
                    </a:lnTo>
                    <a:lnTo>
                      <a:pt x="28" y="223"/>
                    </a:lnTo>
                    <a:lnTo>
                      <a:pt x="43" y="199"/>
                    </a:lnTo>
                    <a:lnTo>
                      <a:pt x="62" y="176"/>
                    </a:lnTo>
                    <a:lnTo>
                      <a:pt x="84" y="157"/>
                    </a:lnTo>
                    <a:lnTo>
                      <a:pt x="111" y="140"/>
                    </a:lnTo>
                    <a:lnTo>
                      <a:pt x="139" y="127"/>
                    </a:lnTo>
                    <a:lnTo>
                      <a:pt x="172" y="117"/>
                    </a:lnTo>
                    <a:lnTo>
                      <a:pt x="173" y="117"/>
                    </a:lnTo>
                    <a:lnTo>
                      <a:pt x="175" y="116"/>
                    </a:lnTo>
                    <a:lnTo>
                      <a:pt x="177" y="115"/>
                    </a:lnTo>
                    <a:lnTo>
                      <a:pt x="178" y="113"/>
                    </a:lnTo>
                    <a:lnTo>
                      <a:pt x="180" y="110"/>
                    </a:lnTo>
                    <a:lnTo>
                      <a:pt x="180" y="108"/>
                    </a:lnTo>
                    <a:lnTo>
                      <a:pt x="180" y="37"/>
                    </a:lnTo>
                    <a:lnTo>
                      <a:pt x="184" y="22"/>
                    </a:lnTo>
                    <a:lnTo>
                      <a:pt x="192" y="10"/>
                    </a:lnTo>
                    <a:lnTo>
                      <a:pt x="204" y="3"/>
                    </a:lnTo>
                    <a:lnTo>
                      <a:pt x="2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Freeform 90"/>
              <p:cNvSpPr>
                <a:spLocks noEditPoints="1"/>
              </p:cNvSpPr>
              <p:nvPr/>
            </p:nvSpPr>
            <p:spPr bwMode="auto">
              <a:xfrm>
                <a:off x="5060950" y="5484813"/>
                <a:ext cx="355600" cy="355600"/>
              </a:xfrm>
              <a:custGeom>
                <a:avLst/>
                <a:gdLst>
                  <a:gd name="T0" fmla="*/ 764 w 1788"/>
                  <a:gd name="T1" fmla="*/ 221 h 1790"/>
                  <a:gd name="T2" fmla="*/ 584 w 1788"/>
                  <a:gd name="T3" fmla="*/ 282 h 1790"/>
                  <a:gd name="T4" fmla="*/ 430 w 1788"/>
                  <a:gd name="T5" fmla="*/ 388 h 1790"/>
                  <a:gd name="T6" fmla="*/ 311 w 1788"/>
                  <a:gd name="T7" fmla="*/ 530 h 1790"/>
                  <a:gd name="T8" fmla="*/ 234 w 1788"/>
                  <a:gd name="T9" fmla="*/ 702 h 1790"/>
                  <a:gd name="T10" fmla="*/ 207 w 1788"/>
                  <a:gd name="T11" fmla="*/ 896 h 1790"/>
                  <a:gd name="T12" fmla="*/ 234 w 1788"/>
                  <a:gd name="T13" fmla="*/ 1089 h 1790"/>
                  <a:gd name="T14" fmla="*/ 311 w 1788"/>
                  <a:gd name="T15" fmla="*/ 1260 h 1790"/>
                  <a:gd name="T16" fmla="*/ 430 w 1788"/>
                  <a:gd name="T17" fmla="*/ 1402 h 1790"/>
                  <a:gd name="T18" fmla="*/ 584 w 1788"/>
                  <a:gd name="T19" fmla="*/ 1509 h 1790"/>
                  <a:gd name="T20" fmla="*/ 764 w 1788"/>
                  <a:gd name="T21" fmla="*/ 1570 h 1790"/>
                  <a:gd name="T22" fmla="*/ 960 w 1788"/>
                  <a:gd name="T23" fmla="*/ 1579 h 1790"/>
                  <a:gd name="T24" fmla="*/ 1147 w 1788"/>
                  <a:gd name="T25" fmla="*/ 1535 h 1790"/>
                  <a:gd name="T26" fmla="*/ 1309 w 1788"/>
                  <a:gd name="T27" fmla="*/ 1442 h 1790"/>
                  <a:gd name="T28" fmla="*/ 1440 w 1788"/>
                  <a:gd name="T29" fmla="*/ 1311 h 1790"/>
                  <a:gd name="T30" fmla="*/ 1533 w 1788"/>
                  <a:gd name="T31" fmla="*/ 1148 h 1790"/>
                  <a:gd name="T32" fmla="*/ 1578 w 1788"/>
                  <a:gd name="T33" fmla="*/ 961 h 1790"/>
                  <a:gd name="T34" fmla="*/ 1569 w 1788"/>
                  <a:gd name="T35" fmla="*/ 764 h 1790"/>
                  <a:gd name="T36" fmla="*/ 1507 w 1788"/>
                  <a:gd name="T37" fmla="*/ 585 h 1790"/>
                  <a:gd name="T38" fmla="*/ 1401 w 1788"/>
                  <a:gd name="T39" fmla="*/ 432 h 1790"/>
                  <a:gd name="T40" fmla="*/ 1259 w 1788"/>
                  <a:gd name="T41" fmla="*/ 313 h 1790"/>
                  <a:gd name="T42" fmla="*/ 1087 w 1788"/>
                  <a:gd name="T43" fmla="*/ 235 h 1790"/>
                  <a:gd name="T44" fmla="*/ 894 w 1788"/>
                  <a:gd name="T45" fmla="*/ 208 h 1790"/>
                  <a:gd name="T46" fmla="*/ 1038 w 1788"/>
                  <a:gd name="T47" fmla="*/ 12 h 1790"/>
                  <a:gd name="T48" fmla="*/ 1241 w 1788"/>
                  <a:gd name="T49" fmla="*/ 71 h 1790"/>
                  <a:gd name="T50" fmla="*/ 1422 w 1788"/>
                  <a:gd name="T51" fmla="*/ 173 h 1790"/>
                  <a:gd name="T52" fmla="*/ 1573 w 1788"/>
                  <a:gd name="T53" fmla="*/ 313 h 1790"/>
                  <a:gd name="T54" fmla="*/ 1688 w 1788"/>
                  <a:gd name="T55" fmla="*/ 484 h 1790"/>
                  <a:gd name="T56" fmla="*/ 1762 w 1788"/>
                  <a:gd name="T57" fmla="*/ 680 h 1790"/>
                  <a:gd name="T58" fmla="*/ 1788 w 1788"/>
                  <a:gd name="T59" fmla="*/ 896 h 1790"/>
                  <a:gd name="T60" fmla="*/ 1762 w 1788"/>
                  <a:gd name="T61" fmla="*/ 1110 h 1790"/>
                  <a:gd name="T62" fmla="*/ 1688 w 1788"/>
                  <a:gd name="T63" fmla="*/ 1306 h 1790"/>
                  <a:gd name="T64" fmla="*/ 1573 w 1788"/>
                  <a:gd name="T65" fmla="*/ 1477 h 1790"/>
                  <a:gd name="T66" fmla="*/ 1422 w 1788"/>
                  <a:gd name="T67" fmla="*/ 1617 h 1790"/>
                  <a:gd name="T68" fmla="*/ 1241 w 1788"/>
                  <a:gd name="T69" fmla="*/ 1719 h 1790"/>
                  <a:gd name="T70" fmla="*/ 1038 w 1788"/>
                  <a:gd name="T71" fmla="*/ 1778 h 1790"/>
                  <a:gd name="T72" fmla="*/ 820 w 1788"/>
                  <a:gd name="T73" fmla="*/ 1787 h 1790"/>
                  <a:gd name="T74" fmla="*/ 611 w 1788"/>
                  <a:gd name="T75" fmla="*/ 1744 h 1790"/>
                  <a:gd name="T76" fmla="*/ 423 w 1788"/>
                  <a:gd name="T77" fmla="*/ 1656 h 1790"/>
                  <a:gd name="T78" fmla="*/ 261 w 1788"/>
                  <a:gd name="T79" fmla="*/ 1528 h 1790"/>
                  <a:gd name="T80" fmla="*/ 134 w 1788"/>
                  <a:gd name="T81" fmla="*/ 1367 h 1790"/>
                  <a:gd name="T82" fmla="*/ 45 w 1788"/>
                  <a:gd name="T83" fmla="*/ 1178 h 1790"/>
                  <a:gd name="T84" fmla="*/ 3 w 1788"/>
                  <a:gd name="T85" fmla="*/ 968 h 1790"/>
                  <a:gd name="T86" fmla="*/ 11 w 1788"/>
                  <a:gd name="T87" fmla="*/ 750 h 1790"/>
                  <a:gd name="T88" fmla="*/ 69 w 1788"/>
                  <a:gd name="T89" fmla="*/ 547 h 1790"/>
                  <a:gd name="T90" fmla="*/ 172 w 1788"/>
                  <a:gd name="T91" fmla="*/ 366 h 1790"/>
                  <a:gd name="T92" fmla="*/ 311 w 1788"/>
                  <a:gd name="T93" fmla="*/ 215 h 1790"/>
                  <a:gd name="T94" fmla="*/ 483 w 1788"/>
                  <a:gd name="T95" fmla="*/ 101 h 1790"/>
                  <a:gd name="T96" fmla="*/ 678 w 1788"/>
                  <a:gd name="T97" fmla="*/ 27 h 1790"/>
                  <a:gd name="T98" fmla="*/ 894 w 1788"/>
                  <a:gd name="T99" fmla="*/ 0 h 1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88" h="1790">
                    <a:moveTo>
                      <a:pt x="894" y="208"/>
                    </a:moveTo>
                    <a:lnTo>
                      <a:pt x="827" y="211"/>
                    </a:lnTo>
                    <a:lnTo>
                      <a:pt x="764" y="221"/>
                    </a:lnTo>
                    <a:lnTo>
                      <a:pt x="701" y="235"/>
                    </a:lnTo>
                    <a:lnTo>
                      <a:pt x="640" y="255"/>
                    </a:lnTo>
                    <a:lnTo>
                      <a:pt x="584" y="282"/>
                    </a:lnTo>
                    <a:lnTo>
                      <a:pt x="529" y="313"/>
                    </a:lnTo>
                    <a:lnTo>
                      <a:pt x="478" y="348"/>
                    </a:lnTo>
                    <a:lnTo>
                      <a:pt x="430" y="388"/>
                    </a:lnTo>
                    <a:lnTo>
                      <a:pt x="386" y="432"/>
                    </a:lnTo>
                    <a:lnTo>
                      <a:pt x="347" y="479"/>
                    </a:lnTo>
                    <a:lnTo>
                      <a:pt x="311" y="530"/>
                    </a:lnTo>
                    <a:lnTo>
                      <a:pt x="281" y="585"/>
                    </a:lnTo>
                    <a:lnTo>
                      <a:pt x="255" y="642"/>
                    </a:lnTo>
                    <a:lnTo>
                      <a:pt x="234" y="702"/>
                    </a:lnTo>
                    <a:lnTo>
                      <a:pt x="219" y="764"/>
                    </a:lnTo>
                    <a:lnTo>
                      <a:pt x="210" y="829"/>
                    </a:lnTo>
                    <a:lnTo>
                      <a:pt x="207" y="896"/>
                    </a:lnTo>
                    <a:lnTo>
                      <a:pt x="210" y="961"/>
                    </a:lnTo>
                    <a:lnTo>
                      <a:pt x="219" y="1026"/>
                    </a:lnTo>
                    <a:lnTo>
                      <a:pt x="234" y="1089"/>
                    </a:lnTo>
                    <a:lnTo>
                      <a:pt x="255" y="1148"/>
                    </a:lnTo>
                    <a:lnTo>
                      <a:pt x="281" y="1205"/>
                    </a:lnTo>
                    <a:lnTo>
                      <a:pt x="311" y="1260"/>
                    </a:lnTo>
                    <a:lnTo>
                      <a:pt x="347" y="1311"/>
                    </a:lnTo>
                    <a:lnTo>
                      <a:pt x="386" y="1358"/>
                    </a:lnTo>
                    <a:lnTo>
                      <a:pt x="430" y="1402"/>
                    </a:lnTo>
                    <a:lnTo>
                      <a:pt x="478" y="1442"/>
                    </a:lnTo>
                    <a:lnTo>
                      <a:pt x="529" y="1478"/>
                    </a:lnTo>
                    <a:lnTo>
                      <a:pt x="584" y="1509"/>
                    </a:lnTo>
                    <a:lnTo>
                      <a:pt x="640" y="1535"/>
                    </a:lnTo>
                    <a:lnTo>
                      <a:pt x="701" y="1555"/>
                    </a:lnTo>
                    <a:lnTo>
                      <a:pt x="764" y="1570"/>
                    </a:lnTo>
                    <a:lnTo>
                      <a:pt x="827" y="1579"/>
                    </a:lnTo>
                    <a:lnTo>
                      <a:pt x="894" y="1583"/>
                    </a:lnTo>
                    <a:lnTo>
                      <a:pt x="960" y="1579"/>
                    </a:lnTo>
                    <a:lnTo>
                      <a:pt x="1024" y="1570"/>
                    </a:lnTo>
                    <a:lnTo>
                      <a:pt x="1087" y="1555"/>
                    </a:lnTo>
                    <a:lnTo>
                      <a:pt x="1147" y="1535"/>
                    </a:lnTo>
                    <a:lnTo>
                      <a:pt x="1203" y="1509"/>
                    </a:lnTo>
                    <a:lnTo>
                      <a:pt x="1259" y="1478"/>
                    </a:lnTo>
                    <a:lnTo>
                      <a:pt x="1309" y="1442"/>
                    </a:lnTo>
                    <a:lnTo>
                      <a:pt x="1357" y="1402"/>
                    </a:lnTo>
                    <a:lnTo>
                      <a:pt x="1401" y="1358"/>
                    </a:lnTo>
                    <a:lnTo>
                      <a:pt x="1440" y="1311"/>
                    </a:lnTo>
                    <a:lnTo>
                      <a:pt x="1476" y="1260"/>
                    </a:lnTo>
                    <a:lnTo>
                      <a:pt x="1507" y="1205"/>
                    </a:lnTo>
                    <a:lnTo>
                      <a:pt x="1533" y="1148"/>
                    </a:lnTo>
                    <a:lnTo>
                      <a:pt x="1553" y="1089"/>
                    </a:lnTo>
                    <a:lnTo>
                      <a:pt x="1569" y="1026"/>
                    </a:lnTo>
                    <a:lnTo>
                      <a:pt x="1578" y="961"/>
                    </a:lnTo>
                    <a:lnTo>
                      <a:pt x="1581" y="896"/>
                    </a:lnTo>
                    <a:lnTo>
                      <a:pt x="1578" y="829"/>
                    </a:lnTo>
                    <a:lnTo>
                      <a:pt x="1569" y="764"/>
                    </a:lnTo>
                    <a:lnTo>
                      <a:pt x="1553" y="702"/>
                    </a:lnTo>
                    <a:lnTo>
                      <a:pt x="1533" y="642"/>
                    </a:lnTo>
                    <a:lnTo>
                      <a:pt x="1507" y="585"/>
                    </a:lnTo>
                    <a:lnTo>
                      <a:pt x="1476" y="530"/>
                    </a:lnTo>
                    <a:lnTo>
                      <a:pt x="1440" y="479"/>
                    </a:lnTo>
                    <a:lnTo>
                      <a:pt x="1401" y="432"/>
                    </a:lnTo>
                    <a:lnTo>
                      <a:pt x="1357" y="388"/>
                    </a:lnTo>
                    <a:lnTo>
                      <a:pt x="1309" y="348"/>
                    </a:lnTo>
                    <a:lnTo>
                      <a:pt x="1259" y="313"/>
                    </a:lnTo>
                    <a:lnTo>
                      <a:pt x="1203" y="282"/>
                    </a:lnTo>
                    <a:lnTo>
                      <a:pt x="1147" y="255"/>
                    </a:lnTo>
                    <a:lnTo>
                      <a:pt x="1087" y="235"/>
                    </a:lnTo>
                    <a:lnTo>
                      <a:pt x="1024" y="221"/>
                    </a:lnTo>
                    <a:lnTo>
                      <a:pt x="960" y="211"/>
                    </a:lnTo>
                    <a:lnTo>
                      <a:pt x="894" y="208"/>
                    </a:lnTo>
                    <a:close/>
                    <a:moveTo>
                      <a:pt x="894" y="0"/>
                    </a:moveTo>
                    <a:lnTo>
                      <a:pt x="968" y="3"/>
                    </a:lnTo>
                    <a:lnTo>
                      <a:pt x="1038" y="12"/>
                    </a:lnTo>
                    <a:lnTo>
                      <a:pt x="1109" y="27"/>
                    </a:lnTo>
                    <a:lnTo>
                      <a:pt x="1177" y="46"/>
                    </a:lnTo>
                    <a:lnTo>
                      <a:pt x="1241" y="71"/>
                    </a:lnTo>
                    <a:lnTo>
                      <a:pt x="1305" y="101"/>
                    </a:lnTo>
                    <a:lnTo>
                      <a:pt x="1364" y="134"/>
                    </a:lnTo>
                    <a:lnTo>
                      <a:pt x="1422" y="173"/>
                    </a:lnTo>
                    <a:lnTo>
                      <a:pt x="1476" y="215"/>
                    </a:lnTo>
                    <a:lnTo>
                      <a:pt x="1526" y="263"/>
                    </a:lnTo>
                    <a:lnTo>
                      <a:pt x="1573" y="313"/>
                    </a:lnTo>
                    <a:lnTo>
                      <a:pt x="1616" y="366"/>
                    </a:lnTo>
                    <a:lnTo>
                      <a:pt x="1654" y="424"/>
                    </a:lnTo>
                    <a:lnTo>
                      <a:pt x="1688" y="484"/>
                    </a:lnTo>
                    <a:lnTo>
                      <a:pt x="1718" y="547"/>
                    </a:lnTo>
                    <a:lnTo>
                      <a:pt x="1743" y="613"/>
                    </a:lnTo>
                    <a:lnTo>
                      <a:pt x="1762" y="680"/>
                    </a:lnTo>
                    <a:lnTo>
                      <a:pt x="1777" y="750"/>
                    </a:lnTo>
                    <a:lnTo>
                      <a:pt x="1785" y="822"/>
                    </a:lnTo>
                    <a:lnTo>
                      <a:pt x="1788" y="896"/>
                    </a:lnTo>
                    <a:lnTo>
                      <a:pt x="1785" y="968"/>
                    </a:lnTo>
                    <a:lnTo>
                      <a:pt x="1777" y="1040"/>
                    </a:lnTo>
                    <a:lnTo>
                      <a:pt x="1762" y="1110"/>
                    </a:lnTo>
                    <a:lnTo>
                      <a:pt x="1743" y="1178"/>
                    </a:lnTo>
                    <a:lnTo>
                      <a:pt x="1718" y="1243"/>
                    </a:lnTo>
                    <a:lnTo>
                      <a:pt x="1688" y="1306"/>
                    </a:lnTo>
                    <a:lnTo>
                      <a:pt x="1654" y="1367"/>
                    </a:lnTo>
                    <a:lnTo>
                      <a:pt x="1616" y="1424"/>
                    </a:lnTo>
                    <a:lnTo>
                      <a:pt x="1573" y="1477"/>
                    </a:lnTo>
                    <a:lnTo>
                      <a:pt x="1526" y="1528"/>
                    </a:lnTo>
                    <a:lnTo>
                      <a:pt x="1476" y="1575"/>
                    </a:lnTo>
                    <a:lnTo>
                      <a:pt x="1422" y="1617"/>
                    </a:lnTo>
                    <a:lnTo>
                      <a:pt x="1364" y="1656"/>
                    </a:lnTo>
                    <a:lnTo>
                      <a:pt x="1305" y="1690"/>
                    </a:lnTo>
                    <a:lnTo>
                      <a:pt x="1241" y="1719"/>
                    </a:lnTo>
                    <a:lnTo>
                      <a:pt x="1177" y="1744"/>
                    </a:lnTo>
                    <a:lnTo>
                      <a:pt x="1109" y="1764"/>
                    </a:lnTo>
                    <a:lnTo>
                      <a:pt x="1038" y="1778"/>
                    </a:lnTo>
                    <a:lnTo>
                      <a:pt x="968" y="1787"/>
                    </a:lnTo>
                    <a:lnTo>
                      <a:pt x="894" y="1790"/>
                    </a:lnTo>
                    <a:lnTo>
                      <a:pt x="820" y="1787"/>
                    </a:lnTo>
                    <a:lnTo>
                      <a:pt x="749" y="1778"/>
                    </a:lnTo>
                    <a:lnTo>
                      <a:pt x="678" y="1764"/>
                    </a:lnTo>
                    <a:lnTo>
                      <a:pt x="611" y="1744"/>
                    </a:lnTo>
                    <a:lnTo>
                      <a:pt x="546" y="1719"/>
                    </a:lnTo>
                    <a:lnTo>
                      <a:pt x="483" y="1690"/>
                    </a:lnTo>
                    <a:lnTo>
                      <a:pt x="423" y="1656"/>
                    </a:lnTo>
                    <a:lnTo>
                      <a:pt x="366" y="1617"/>
                    </a:lnTo>
                    <a:lnTo>
                      <a:pt x="311" y="1575"/>
                    </a:lnTo>
                    <a:lnTo>
                      <a:pt x="261" y="1528"/>
                    </a:lnTo>
                    <a:lnTo>
                      <a:pt x="215" y="1477"/>
                    </a:lnTo>
                    <a:lnTo>
                      <a:pt x="172" y="1424"/>
                    </a:lnTo>
                    <a:lnTo>
                      <a:pt x="134" y="1367"/>
                    </a:lnTo>
                    <a:lnTo>
                      <a:pt x="99" y="1306"/>
                    </a:lnTo>
                    <a:lnTo>
                      <a:pt x="69" y="1243"/>
                    </a:lnTo>
                    <a:lnTo>
                      <a:pt x="45" y="1178"/>
                    </a:lnTo>
                    <a:lnTo>
                      <a:pt x="25" y="1110"/>
                    </a:lnTo>
                    <a:lnTo>
                      <a:pt x="11" y="1040"/>
                    </a:lnTo>
                    <a:lnTo>
                      <a:pt x="3" y="968"/>
                    </a:lnTo>
                    <a:lnTo>
                      <a:pt x="0" y="896"/>
                    </a:lnTo>
                    <a:lnTo>
                      <a:pt x="3" y="822"/>
                    </a:lnTo>
                    <a:lnTo>
                      <a:pt x="11" y="750"/>
                    </a:lnTo>
                    <a:lnTo>
                      <a:pt x="25" y="680"/>
                    </a:lnTo>
                    <a:lnTo>
                      <a:pt x="45" y="613"/>
                    </a:lnTo>
                    <a:lnTo>
                      <a:pt x="69" y="547"/>
                    </a:lnTo>
                    <a:lnTo>
                      <a:pt x="99" y="484"/>
                    </a:lnTo>
                    <a:lnTo>
                      <a:pt x="134" y="424"/>
                    </a:lnTo>
                    <a:lnTo>
                      <a:pt x="172" y="366"/>
                    </a:lnTo>
                    <a:lnTo>
                      <a:pt x="215" y="313"/>
                    </a:lnTo>
                    <a:lnTo>
                      <a:pt x="261" y="263"/>
                    </a:lnTo>
                    <a:lnTo>
                      <a:pt x="311" y="215"/>
                    </a:lnTo>
                    <a:lnTo>
                      <a:pt x="366" y="173"/>
                    </a:lnTo>
                    <a:lnTo>
                      <a:pt x="423" y="134"/>
                    </a:lnTo>
                    <a:lnTo>
                      <a:pt x="483" y="101"/>
                    </a:lnTo>
                    <a:lnTo>
                      <a:pt x="546" y="71"/>
                    </a:lnTo>
                    <a:lnTo>
                      <a:pt x="611" y="46"/>
                    </a:lnTo>
                    <a:lnTo>
                      <a:pt x="678" y="27"/>
                    </a:lnTo>
                    <a:lnTo>
                      <a:pt x="749" y="12"/>
                    </a:lnTo>
                    <a:lnTo>
                      <a:pt x="820" y="3"/>
                    </a:lnTo>
                    <a:lnTo>
                      <a:pt x="89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Freeform 91"/>
              <p:cNvSpPr>
                <a:spLocks/>
              </p:cNvSpPr>
              <p:nvPr/>
            </p:nvSpPr>
            <p:spPr bwMode="auto">
              <a:xfrm>
                <a:off x="4929188" y="5857875"/>
                <a:ext cx="485775" cy="212725"/>
              </a:xfrm>
              <a:custGeom>
                <a:avLst/>
                <a:gdLst>
                  <a:gd name="T0" fmla="*/ 775 w 2451"/>
                  <a:gd name="T1" fmla="*/ 14 h 1080"/>
                  <a:gd name="T2" fmla="*/ 963 w 2451"/>
                  <a:gd name="T3" fmla="*/ 56 h 1080"/>
                  <a:gd name="T4" fmla="*/ 1165 w 2451"/>
                  <a:gd name="T5" fmla="*/ 112 h 1080"/>
                  <a:gd name="T6" fmla="*/ 1353 w 2451"/>
                  <a:gd name="T7" fmla="*/ 172 h 1080"/>
                  <a:gd name="T8" fmla="*/ 1497 w 2451"/>
                  <a:gd name="T9" fmla="*/ 218 h 1080"/>
                  <a:gd name="T10" fmla="*/ 1577 w 2451"/>
                  <a:gd name="T11" fmla="*/ 242 h 1080"/>
                  <a:gd name="T12" fmla="*/ 1626 w 2451"/>
                  <a:gd name="T13" fmla="*/ 291 h 1080"/>
                  <a:gd name="T14" fmla="*/ 1633 w 2451"/>
                  <a:gd name="T15" fmla="*/ 363 h 1080"/>
                  <a:gd name="T16" fmla="*/ 1584 w 2451"/>
                  <a:gd name="T17" fmla="*/ 434 h 1080"/>
                  <a:gd name="T18" fmla="*/ 1471 w 2451"/>
                  <a:gd name="T19" fmla="*/ 478 h 1080"/>
                  <a:gd name="T20" fmla="*/ 1321 w 2451"/>
                  <a:gd name="T21" fmla="*/ 487 h 1080"/>
                  <a:gd name="T22" fmla="*/ 1166 w 2451"/>
                  <a:gd name="T23" fmla="*/ 471 h 1080"/>
                  <a:gd name="T24" fmla="*/ 1028 w 2451"/>
                  <a:gd name="T25" fmla="*/ 448 h 1080"/>
                  <a:gd name="T26" fmla="*/ 928 w 2451"/>
                  <a:gd name="T27" fmla="*/ 430 h 1080"/>
                  <a:gd name="T28" fmla="*/ 890 w 2451"/>
                  <a:gd name="T29" fmla="*/ 436 h 1080"/>
                  <a:gd name="T30" fmla="*/ 942 w 2451"/>
                  <a:gd name="T31" fmla="*/ 499 h 1080"/>
                  <a:gd name="T32" fmla="*/ 1075 w 2451"/>
                  <a:gd name="T33" fmla="*/ 551 h 1080"/>
                  <a:gd name="T34" fmla="*/ 1251 w 2451"/>
                  <a:gd name="T35" fmla="*/ 586 h 1080"/>
                  <a:gd name="T36" fmla="*/ 1436 w 2451"/>
                  <a:gd name="T37" fmla="*/ 600 h 1080"/>
                  <a:gd name="T38" fmla="*/ 1656 w 2451"/>
                  <a:gd name="T39" fmla="*/ 574 h 1080"/>
                  <a:gd name="T40" fmla="*/ 2031 w 2451"/>
                  <a:gd name="T41" fmla="*/ 461 h 1080"/>
                  <a:gd name="T42" fmla="*/ 2299 w 2451"/>
                  <a:gd name="T43" fmla="*/ 336 h 1080"/>
                  <a:gd name="T44" fmla="*/ 2396 w 2451"/>
                  <a:gd name="T45" fmla="*/ 344 h 1080"/>
                  <a:gd name="T46" fmla="*/ 2448 w 2451"/>
                  <a:gd name="T47" fmla="*/ 420 h 1080"/>
                  <a:gd name="T48" fmla="*/ 2424 w 2451"/>
                  <a:gd name="T49" fmla="*/ 535 h 1080"/>
                  <a:gd name="T50" fmla="*/ 2335 w 2451"/>
                  <a:gd name="T51" fmla="*/ 630 h 1080"/>
                  <a:gd name="T52" fmla="*/ 2212 w 2451"/>
                  <a:gd name="T53" fmla="*/ 715 h 1080"/>
                  <a:gd name="T54" fmla="*/ 2046 w 2451"/>
                  <a:gd name="T55" fmla="*/ 819 h 1080"/>
                  <a:gd name="T56" fmla="*/ 1861 w 2451"/>
                  <a:gd name="T57" fmla="*/ 923 h 1080"/>
                  <a:gd name="T58" fmla="*/ 1685 w 2451"/>
                  <a:gd name="T59" fmla="*/ 1011 h 1080"/>
                  <a:gd name="T60" fmla="*/ 1542 w 2451"/>
                  <a:gd name="T61" fmla="*/ 1068 h 1080"/>
                  <a:gd name="T62" fmla="*/ 1443 w 2451"/>
                  <a:gd name="T63" fmla="*/ 1080 h 1080"/>
                  <a:gd name="T64" fmla="*/ 1278 w 2451"/>
                  <a:gd name="T65" fmla="*/ 1065 h 1080"/>
                  <a:gd name="T66" fmla="*/ 1061 w 2451"/>
                  <a:gd name="T67" fmla="*/ 1037 h 1080"/>
                  <a:gd name="T68" fmla="*/ 822 w 2451"/>
                  <a:gd name="T69" fmla="*/ 1000 h 1080"/>
                  <a:gd name="T70" fmla="*/ 593 w 2451"/>
                  <a:gd name="T71" fmla="*/ 961 h 1080"/>
                  <a:gd name="T72" fmla="*/ 403 w 2451"/>
                  <a:gd name="T73" fmla="*/ 926 h 1080"/>
                  <a:gd name="T74" fmla="*/ 283 w 2451"/>
                  <a:gd name="T75" fmla="*/ 903 h 1080"/>
                  <a:gd name="T76" fmla="*/ 184 w 2451"/>
                  <a:gd name="T77" fmla="*/ 906 h 1080"/>
                  <a:gd name="T78" fmla="*/ 80 w 2451"/>
                  <a:gd name="T79" fmla="*/ 966 h 1080"/>
                  <a:gd name="T80" fmla="*/ 26 w 2451"/>
                  <a:gd name="T81" fmla="*/ 1000 h 1080"/>
                  <a:gd name="T82" fmla="*/ 5 w 2451"/>
                  <a:gd name="T83" fmla="*/ 981 h 1080"/>
                  <a:gd name="T84" fmla="*/ 0 w 2451"/>
                  <a:gd name="T85" fmla="*/ 962 h 1080"/>
                  <a:gd name="T86" fmla="*/ 16 w 2451"/>
                  <a:gd name="T87" fmla="*/ 712 h 1080"/>
                  <a:gd name="T88" fmla="*/ 35 w 2451"/>
                  <a:gd name="T89" fmla="*/ 423 h 1080"/>
                  <a:gd name="T90" fmla="*/ 51 w 2451"/>
                  <a:gd name="T91" fmla="*/ 165 h 1080"/>
                  <a:gd name="T92" fmla="*/ 69 w 2451"/>
                  <a:gd name="T93" fmla="*/ 79 h 1080"/>
                  <a:gd name="T94" fmla="*/ 117 w 2451"/>
                  <a:gd name="T95" fmla="*/ 65 h 1080"/>
                  <a:gd name="T96" fmla="*/ 246 w 2451"/>
                  <a:gd name="T97" fmla="*/ 45 h 1080"/>
                  <a:gd name="T98" fmla="*/ 429 w 2451"/>
                  <a:gd name="T99" fmla="*/ 19 h 1080"/>
                  <a:gd name="T100" fmla="*/ 598 w 2451"/>
                  <a:gd name="T101" fmla="*/ 2 h 10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451" h="1080">
                    <a:moveTo>
                      <a:pt x="661" y="0"/>
                    </a:moveTo>
                    <a:lnTo>
                      <a:pt x="696" y="2"/>
                    </a:lnTo>
                    <a:lnTo>
                      <a:pt x="734" y="8"/>
                    </a:lnTo>
                    <a:lnTo>
                      <a:pt x="775" y="14"/>
                    </a:lnTo>
                    <a:lnTo>
                      <a:pt x="819" y="22"/>
                    </a:lnTo>
                    <a:lnTo>
                      <a:pt x="866" y="32"/>
                    </a:lnTo>
                    <a:lnTo>
                      <a:pt x="914" y="44"/>
                    </a:lnTo>
                    <a:lnTo>
                      <a:pt x="963" y="56"/>
                    </a:lnTo>
                    <a:lnTo>
                      <a:pt x="1013" y="69"/>
                    </a:lnTo>
                    <a:lnTo>
                      <a:pt x="1064" y="84"/>
                    </a:lnTo>
                    <a:lnTo>
                      <a:pt x="1115" y="98"/>
                    </a:lnTo>
                    <a:lnTo>
                      <a:pt x="1165" y="112"/>
                    </a:lnTo>
                    <a:lnTo>
                      <a:pt x="1214" y="128"/>
                    </a:lnTo>
                    <a:lnTo>
                      <a:pt x="1262" y="143"/>
                    </a:lnTo>
                    <a:lnTo>
                      <a:pt x="1309" y="157"/>
                    </a:lnTo>
                    <a:lnTo>
                      <a:pt x="1353" y="172"/>
                    </a:lnTo>
                    <a:lnTo>
                      <a:pt x="1394" y="185"/>
                    </a:lnTo>
                    <a:lnTo>
                      <a:pt x="1432" y="197"/>
                    </a:lnTo>
                    <a:lnTo>
                      <a:pt x="1466" y="208"/>
                    </a:lnTo>
                    <a:lnTo>
                      <a:pt x="1497" y="218"/>
                    </a:lnTo>
                    <a:lnTo>
                      <a:pt x="1523" y="225"/>
                    </a:lnTo>
                    <a:lnTo>
                      <a:pt x="1544" y="231"/>
                    </a:lnTo>
                    <a:lnTo>
                      <a:pt x="1561" y="235"/>
                    </a:lnTo>
                    <a:lnTo>
                      <a:pt x="1577" y="242"/>
                    </a:lnTo>
                    <a:lnTo>
                      <a:pt x="1593" y="251"/>
                    </a:lnTo>
                    <a:lnTo>
                      <a:pt x="1606" y="262"/>
                    </a:lnTo>
                    <a:lnTo>
                      <a:pt x="1617" y="275"/>
                    </a:lnTo>
                    <a:lnTo>
                      <a:pt x="1626" y="291"/>
                    </a:lnTo>
                    <a:lnTo>
                      <a:pt x="1632" y="307"/>
                    </a:lnTo>
                    <a:lnTo>
                      <a:pt x="1636" y="326"/>
                    </a:lnTo>
                    <a:lnTo>
                      <a:pt x="1636" y="344"/>
                    </a:lnTo>
                    <a:lnTo>
                      <a:pt x="1633" y="363"/>
                    </a:lnTo>
                    <a:lnTo>
                      <a:pt x="1625" y="382"/>
                    </a:lnTo>
                    <a:lnTo>
                      <a:pt x="1616" y="401"/>
                    </a:lnTo>
                    <a:lnTo>
                      <a:pt x="1602" y="418"/>
                    </a:lnTo>
                    <a:lnTo>
                      <a:pt x="1584" y="434"/>
                    </a:lnTo>
                    <a:lnTo>
                      <a:pt x="1562" y="449"/>
                    </a:lnTo>
                    <a:lnTo>
                      <a:pt x="1535" y="461"/>
                    </a:lnTo>
                    <a:lnTo>
                      <a:pt x="1504" y="471"/>
                    </a:lnTo>
                    <a:lnTo>
                      <a:pt x="1471" y="478"/>
                    </a:lnTo>
                    <a:lnTo>
                      <a:pt x="1435" y="484"/>
                    </a:lnTo>
                    <a:lnTo>
                      <a:pt x="1398" y="487"/>
                    </a:lnTo>
                    <a:lnTo>
                      <a:pt x="1360" y="488"/>
                    </a:lnTo>
                    <a:lnTo>
                      <a:pt x="1321" y="487"/>
                    </a:lnTo>
                    <a:lnTo>
                      <a:pt x="1282" y="485"/>
                    </a:lnTo>
                    <a:lnTo>
                      <a:pt x="1242" y="482"/>
                    </a:lnTo>
                    <a:lnTo>
                      <a:pt x="1204" y="476"/>
                    </a:lnTo>
                    <a:lnTo>
                      <a:pt x="1166" y="471"/>
                    </a:lnTo>
                    <a:lnTo>
                      <a:pt x="1128" y="465"/>
                    </a:lnTo>
                    <a:lnTo>
                      <a:pt x="1093" y="459"/>
                    </a:lnTo>
                    <a:lnTo>
                      <a:pt x="1059" y="453"/>
                    </a:lnTo>
                    <a:lnTo>
                      <a:pt x="1028" y="448"/>
                    </a:lnTo>
                    <a:lnTo>
                      <a:pt x="998" y="442"/>
                    </a:lnTo>
                    <a:lnTo>
                      <a:pt x="971" y="437"/>
                    </a:lnTo>
                    <a:lnTo>
                      <a:pt x="948" y="433"/>
                    </a:lnTo>
                    <a:lnTo>
                      <a:pt x="928" y="430"/>
                    </a:lnTo>
                    <a:lnTo>
                      <a:pt x="912" y="429"/>
                    </a:lnTo>
                    <a:lnTo>
                      <a:pt x="900" y="429"/>
                    </a:lnTo>
                    <a:lnTo>
                      <a:pt x="892" y="432"/>
                    </a:lnTo>
                    <a:lnTo>
                      <a:pt x="890" y="436"/>
                    </a:lnTo>
                    <a:lnTo>
                      <a:pt x="893" y="453"/>
                    </a:lnTo>
                    <a:lnTo>
                      <a:pt x="903" y="468"/>
                    </a:lnTo>
                    <a:lnTo>
                      <a:pt x="920" y="484"/>
                    </a:lnTo>
                    <a:lnTo>
                      <a:pt x="942" y="499"/>
                    </a:lnTo>
                    <a:lnTo>
                      <a:pt x="969" y="513"/>
                    </a:lnTo>
                    <a:lnTo>
                      <a:pt x="1001" y="527"/>
                    </a:lnTo>
                    <a:lnTo>
                      <a:pt x="1036" y="539"/>
                    </a:lnTo>
                    <a:lnTo>
                      <a:pt x="1075" y="551"/>
                    </a:lnTo>
                    <a:lnTo>
                      <a:pt x="1116" y="562"/>
                    </a:lnTo>
                    <a:lnTo>
                      <a:pt x="1160" y="571"/>
                    </a:lnTo>
                    <a:lnTo>
                      <a:pt x="1205" y="579"/>
                    </a:lnTo>
                    <a:lnTo>
                      <a:pt x="1251" y="586"/>
                    </a:lnTo>
                    <a:lnTo>
                      <a:pt x="1298" y="592"/>
                    </a:lnTo>
                    <a:lnTo>
                      <a:pt x="1344" y="596"/>
                    </a:lnTo>
                    <a:lnTo>
                      <a:pt x="1391" y="599"/>
                    </a:lnTo>
                    <a:lnTo>
                      <a:pt x="1436" y="600"/>
                    </a:lnTo>
                    <a:lnTo>
                      <a:pt x="1480" y="599"/>
                    </a:lnTo>
                    <a:lnTo>
                      <a:pt x="1521" y="596"/>
                    </a:lnTo>
                    <a:lnTo>
                      <a:pt x="1559" y="591"/>
                    </a:lnTo>
                    <a:lnTo>
                      <a:pt x="1656" y="574"/>
                    </a:lnTo>
                    <a:lnTo>
                      <a:pt x="1754" y="551"/>
                    </a:lnTo>
                    <a:lnTo>
                      <a:pt x="1849" y="525"/>
                    </a:lnTo>
                    <a:lnTo>
                      <a:pt x="1941" y="494"/>
                    </a:lnTo>
                    <a:lnTo>
                      <a:pt x="2031" y="461"/>
                    </a:lnTo>
                    <a:lnTo>
                      <a:pt x="2117" y="425"/>
                    </a:lnTo>
                    <a:lnTo>
                      <a:pt x="2197" y="387"/>
                    </a:lnTo>
                    <a:lnTo>
                      <a:pt x="2271" y="348"/>
                    </a:lnTo>
                    <a:lnTo>
                      <a:pt x="2299" y="336"/>
                    </a:lnTo>
                    <a:lnTo>
                      <a:pt x="2326" y="331"/>
                    </a:lnTo>
                    <a:lnTo>
                      <a:pt x="2350" y="330"/>
                    </a:lnTo>
                    <a:lnTo>
                      <a:pt x="2374" y="335"/>
                    </a:lnTo>
                    <a:lnTo>
                      <a:pt x="2396" y="344"/>
                    </a:lnTo>
                    <a:lnTo>
                      <a:pt x="2414" y="357"/>
                    </a:lnTo>
                    <a:lnTo>
                      <a:pt x="2429" y="375"/>
                    </a:lnTo>
                    <a:lnTo>
                      <a:pt x="2441" y="396"/>
                    </a:lnTo>
                    <a:lnTo>
                      <a:pt x="2448" y="420"/>
                    </a:lnTo>
                    <a:lnTo>
                      <a:pt x="2451" y="446"/>
                    </a:lnTo>
                    <a:lnTo>
                      <a:pt x="2448" y="474"/>
                    </a:lnTo>
                    <a:lnTo>
                      <a:pt x="2439" y="504"/>
                    </a:lnTo>
                    <a:lnTo>
                      <a:pt x="2424" y="535"/>
                    </a:lnTo>
                    <a:lnTo>
                      <a:pt x="2402" y="567"/>
                    </a:lnTo>
                    <a:lnTo>
                      <a:pt x="2373" y="599"/>
                    </a:lnTo>
                    <a:lnTo>
                      <a:pt x="2357" y="613"/>
                    </a:lnTo>
                    <a:lnTo>
                      <a:pt x="2335" y="630"/>
                    </a:lnTo>
                    <a:lnTo>
                      <a:pt x="2310" y="649"/>
                    </a:lnTo>
                    <a:lnTo>
                      <a:pt x="2281" y="669"/>
                    </a:lnTo>
                    <a:lnTo>
                      <a:pt x="2248" y="692"/>
                    </a:lnTo>
                    <a:lnTo>
                      <a:pt x="2212" y="715"/>
                    </a:lnTo>
                    <a:lnTo>
                      <a:pt x="2174" y="741"/>
                    </a:lnTo>
                    <a:lnTo>
                      <a:pt x="2133" y="766"/>
                    </a:lnTo>
                    <a:lnTo>
                      <a:pt x="2090" y="792"/>
                    </a:lnTo>
                    <a:lnTo>
                      <a:pt x="2046" y="819"/>
                    </a:lnTo>
                    <a:lnTo>
                      <a:pt x="2001" y="846"/>
                    </a:lnTo>
                    <a:lnTo>
                      <a:pt x="1955" y="871"/>
                    </a:lnTo>
                    <a:lnTo>
                      <a:pt x="1907" y="897"/>
                    </a:lnTo>
                    <a:lnTo>
                      <a:pt x="1861" y="923"/>
                    </a:lnTo>
                    <a:lnTo>
                      <a:pt x="1815" y="947"/>
                    </a:lnTo>
                    <a:lnTo>
                      <a:pt x="1771" y="970"/>
                    </a:lnTo>
                    <a:lnTo>
                      <a:pt x="1727" y="991"/>
                    </a:lnTo>
                    <a:lnTo>
                      <a:pt x="1685" y="1011"/>
                    </a:lnTo>
                    <a:lnTo>
                      <a:pt x="1645" y="1029"/>
                    </a:lnTo>
                    <a:lnTo>
                      <a:pt x="1608" y="1045"/>
                    </a:lnTo>
                    <a:lnTo>
                      <a:pt x="1573" y="1058"/>
                    </a:lnTo>
                    <a:lnTo>
                      <a:pt x="1542" y="1068"/>
                    </a:lnTo>
                    <a:lnTo>
                      <a:pt x="1515" y="1076"/>
                    </a:lnTo>
                    <a:lnTo>
                      <a:pt x="1496" y="1079"/>
                    </a:lnTo>
                    <a:lnTo>
                      <a:pt x="1473" y="1080"/>
                    </a:lnTo>
                    <a:lnTo>
                      <a:pt x="1443" y="1080"/>
                    </a:lnTo>
                    <a:lnTo>
                      <a:pt x="1408" y="1078"/>
                    </a:lnTo>
                    <a:lnTo>
                      <a:pt x="1369" y="1075"/>
                    </a:lnTo>
                    <a:lnTo>
                      <a:pt x="1325" y="1070"/>
                    </a:lnTo>
                    <a:lnTo>
                      <a:pt x="1278" y="1065"/>
                    </a:lnTo>
                    <a:lnTo>
                      <a:pt x="1228" y="1059"/>
                    </a:lnTo>
                    <a:lnTo>
                      <a:pt x="1174" y="1053"/>
                    </a:lnTo>
                    <a:lnTo>
                      <a:pt x="1119" y="1045"/>
                    </a:lnTo>
                    <a:lnTo>
                      <a:pt x="1061" y="1037"/>
                    </a:lnTo>
                    <a:lnTo>
                      <a:pt x="1002" y="1028"/>
                    </a:lnTo>
                    <a:lnTo>
                      <a:pt x="942" y="1019"/>
                    </a:lnTo>
                    <a:lnTo>
                      <a:pt x="883" y="1010"/>
                    </a:lnTo>
                    <a:lnTo>
                      <a:pt x="822" y="1000"/>
                    </a:lnTo>
                    <a:lnTo>
                      <a:pt x="763" y="990"/>
                    </a:lnTo>
                    <a:lnTo>
                      <a:pt x="705" y="980"/>
                    </a:lnTo>
                    <a:lnTo>
                      <a:pt x="648" y="970"/>
                    </a:lnTo>
                    <a:lnTo>
                      <a:pt x="593" y="961"/>
                    </a:lnTo>
                    <a:lnTo>
                      <a:pt x="540" y="951"/>
                    </a:lnTo>
                    <a:lnTo>
                      <a:pt x="491" y="942"/>
                    </a:lnTo>
                    <a:lnTo>
                      <a:pt x="445" y="934"/>
                    </a:lnTo>
                    <a:lnTo>
                      <a:pt x="403" y="926"/>
                    </a:lnTo>
                    <a:lnTo>
                      <a:pt x="365" y="919"/>
                    </a:lnTo>
                    <a:lnTo>
                      <a:pt x="332" y="912"/>
                    </a:lnTo>
                    <a:lnTo>
                      <a:pt x="305" y="907"/>
                    </a:lnTo>
                    <a:lnTo>
                      <a:pt x="283" y="903"/>
                    </a:lnTo>
                    <a:lnTo>
                      <a:pt x="268" y="899"/>
                    </a:lnTo>
                    <a:lnTo>
                      <a:pt x="240" y="896"/>
                    </a:lnTo>
                    <a:lnTo>
                      <a:pt x="211" y="899"/>
                    </a:lnTo>
                    <a:lnTo>
                      <a:pt x="184" y="906"/>
                    </a:lnTo>
                    <a:lnTo>
                      <a:pt x="157" y="918"/>
                    </a:lnTo>
                    <a:lnTo>
                      <a:pt x="130" y="932"/>
                    </a:lnTo>
                    <a:lnTo>
                      <a:pt x="105" y="948"/>
                    </a:lnTo>
                    <a:lnTo>
                      <a:pt x="80" y="966"/>
                    </a:lnTo>
                    <a:lnTo>
                      <a:pt x="59" y="984"/>
                    </a:lnTo>
                    <a:lnTo>
                      <a:pt x="45" y="994"/>
                    </a:lnTo>
                    <a:lnTo>
                      <a:pt x="34" y="999"/>
                    </a:lnTo>
                    <a:lnTo>
                      <a:pt x="26" y="1000"/>
                    </a:lnTo>
                    <a:lnTo>
                      <a:pt x="19" y="998"/>
                    </a:lnTo>
                    <a:lnTo>
                      <a:pt x="12" y="994"/>
                    </a:lnTo>
                    <a:lnTo>
                      <a:pt x="8" y="988"/>
                    </a:lnTo>
                    <a:lnTo>
                      <a:pt x="5" y="981"/>
                    </a:lnTo>
                    <a:lnTo>
                      <a:pt x="2" y="975"/>
                    </a:lnTo>
                    <a:lnTo>
                      <a:pt x="1" y="969"/>
                    </a:lnTo>
                    <a:lnTo>
                      <a:pt x="1" y="964"/>
                    </a:lnTo>
                    <a:lnTo>
                      <a:pt x="0" y="962"/>
                    </a:lnTo>
                    <a:lnTo>
                      <a:pt x="4" y="907"/>
                    </a:lnTo>
                    <a:lnTo>
                      <a:pt x="8" y="847"/>
                    </a:lnTo>
                    <a:lnTo>
                      <a:pt x="12" y="782"/>
                    </a:lnTo>
                    <a:lnTo>
                      <a:pt x="16" y="712"/>
                    </a:lnTo>
                    <a:lnTo>
                      <a:pt x="22" y="642"/>
                    </a:lnTo>
                    <a:lnTo>
                      <a:pt x="26" y="569"/>
                    </a:lnTo>
                    <a:lnTo>
                      <a:pt x="31" y="495"/>
                    </a:lnTo>
                    <a:lnTo>
                      <a:pt x="35" y="423"/>
                    </a:lnTo>
                    <a:lnTo>
                      <a:pt x="40" y="352"/>
                    </a:lnTo>
                    <a:lnTo>
                      <a:pt x="44" y="286"/>
                    </a:lnTo>
                    <a:lnTo>
                      <a:pt x="48" y="222"/>
                    </a:lnTo>
                    <a:lnTo>
                      <a:pt x="51" y="165"/>
                    </a:lnTo>
                    <a:lnTo>
                      <a:pt x="55" y="113"/>
                    </a:lnTo>
                    <a:lnTo>
                      <a:pt x="57" y="99"/>
                    </a:lnTo>
                    <a:lnTo>
                      <a:pt x="62" y="88"/>
                    </a:lnTo>
                    <a:lnTo>
                      <a:pt x="69" y="79"/>
                    </a:lnTo>
                    <a:lnTo>
                      <a:pt x="78" y="74"/>
                    </a:lnTo>
                    <a:lnTo>
                      <a:pt x="89" y="70"/>
                    </a:lnTo>
                    <a:lnTo>
                      <a:pt x="102" y="67"/>
                    </a:lnTo>
                    <a:lnTo>
                      <a:pt x="117" y="65"/>
                    </a:lnTo>
                    <a:lnTo>
                      <a:pt x="133" y="62"/>
                    </a:lnTo>
                    <a:lnTo>
                      <a:pt x="167" y="57"/>
                    </a:lnTo>
                    <a:lnTo>
                      <a:pt x="205" y="51"/>
                    </a:lnTo>
                    <a:lnTo>
                      <a:pt x="246" y="45"/>
                    </a:lnTo>
                    <a:lnTo>
                      <a:pt x="290" y="37"/>
                    </a:lnTo>
                    <a:lnTo>
                      <a:pt x="335" y="31"/>
                    </a:lnTo>
                    <a:lnTo>
                      <a:pt x="383" y="25"/>
                    </a:lnTo>
                    <a:lnTo>
                      <a:pt x="429" y="19"/>
                    </a:lnTo>
                    <a:lnTo>
                      <a:pt x="475" y="14"/>
                    </a:lnTo>
                    <a:lnTo>
                      <a:pt x="519" y="9"/>
                    </a:lnTo>
                    <a:lnTo>
                      <a:pt x="560" y="5"/>
                    </a:lnTo>
                    <a:lnTo>
                      <a:pt x="598" y="2"/>
                    </a:lnTo>
                    <a:lnTo>
                      <a:pt x="633" y="0"/>
                    </a:lnTo>
                    <a:lnTo>
                      <a:pt x="6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Freeform 92"/>
              <p:cNvSpPr>
                <a:spLocks noEditPoints="1"/>
              </p:cNvSpPr>
              <p:nvPr/>
            </p:nvSpPr>
            <p:spPr bwMode="auto">
              <a:xfrm>
                <a:off x="4745038" y="5862638"/>
                <a:ext cx="153987" cy="198437"/>
              </a:xfrm>
              <a:custGeom>
                <a:avLst/>
                <a:gdLst>
                  <a:gd name="T0" fmla="*/ 403 w 777"/>
                  <a:gd name="T1" fmla="*/ 600 h 1002"/>
                  <a:gd name="T2" fmla="*/ 373 w 777"/>
                  <a:gd name="T3" fmla="*/ 603 h 1002"/>
                  <a:gd name="T4" fmla="*/ 347 w 777"/>
                  <a:gd name="T5" fmla="*/ 612 h 1002"/>
                  <a:gd name="T6" fmla="*/ 322 w 777"/>
                  <a:gd name="T7" fmla="*/ 625 h 1002"/>
                  <a:gd name="T8" fmla="*/ 300 w 777"/>
                  <a:gd name="T9" fmla="*/ 642 h 1002"/>
                  <a:gd name="T10" fmla="*/ 283 w 777"/>
                  <a:gd name="T11" fmla="*/ 664 h 1002"/>
                  <a:gd name="T12" fmla="*/ 270 w 777"/>
                  <a:gd name="T13" fmla="*/ 687 h 1002"/>
                  <a:gd name="T14" fmla="*/ 261 w 777"/>
                  <a:gd name="T15" fmla="*/ 715 h 1002"/>
                  <a:gd name="T16" fmla="*/ 258 w 777"/>
                  <a:gd name="T17" fmla="*/ 744 h 1002"/>
                  <a:gd name="T18" fmla="*/ 261 w 777"/>
                  <a:gd name="T19" fmla="*/ 773 h 1002"/>
                  <a:gd name="T20" fmla="*/ 270 w 777"/>
                  <a:gd name="T21" fmla="*/ 800 h 1002"/>
                  <a:gd name="T22" fmla="*/ 283 w 777"/>
                  <a:gd name="T23" fmla="*/ 825 h 1002"/>
                  <a:gd name="T24" fmla="*/ 300 w 777"/>
                  <a:gd name="T25" fmla="*/ 847 h 1002"/>
                  <a:gd name="T26" fmla="*/ 322 w 777"/>
                  <a:gd name="T27" fmla="*/ 864 h 1002"/>
                  <a:gd name="T28" fmla="*/ 347 w 777"/>
                  <a:gd name="T29" fmla="*/ 877 h 1002"/>
                  <a:gd name="T30" fmla="*/ 373 w 777"/>
                  <a:gd name="T31" fmla="*/ 885 h 1002"/>
                  <a:gd name="T32" fmla="*/ 403 w 777"/>
                  <a:gd name="T33" fmla="*/ 889 h 1002"/>
                  <a:gd name="T34" fmla="*/ 432 w 777"/>
                  <a:gd name="T35" fmla="*/ 885 h 1002"/>
                  <a:gd name="T36" fmla="*/ 458 w 777"/>
                  <a:gd name="T37" fmla="*/ 877 h 1002"/>
                  <a:gd name="T38" fmla="*/ 483 w 777"/>
                  <a:gd name="T39" fmla="*/ 864 h 1002"/>
                  <a:gd name="T40" fmla="*/ 505 w 777"/>
                  <a:gd name="T41" fmla="*/ 847 h 1002"/>
                  <a:gd name="T42" fmla="*/ 522 w 777"/>
                  <a:gd name="T43" fmla="*/ 825 h 1002"/>
                  <a:gd name="T44" fmla="*/ 535 w 777"/>
                  <a:gd name="T45" fmla="*/ 800 h 1002"/>
                  <a:gd name="T46" fmla="*/ 543 w 777"/>
                  <a:gd name="T47" fmla="*/ 773 h 1002"/>
                  <a:gd name="T48" fmla="*/ 547 w 777"/>
                  <a:gd name="T49" fmla="*/ 744 h 1002"/>
                  <a:gd name="T50" fmla="*/ 543 w 777"/>
                  <a:gd name="T51" fmla="*/ 715 h 1002"/>
                  <a:gd name="T52" fmla="*/ 535 w 777"/>
                  <a:gd name="T53" fmla="*/ 687 h 1002"/>
                  <a:gd name="T54" fmla="*/ 522 w 777"/>
                  <a:gd name="T55" fmla="*/ 664 h 1002"/>
                  <a:gd name="T56" fmla="*/ 505 w 777"/>
                  <a:gd name="T57" fmla="*/ 642 h 1002"/>
                  <a:gd name="T58" fmla="*/ 483 w 777"/>
                  <a:gd name="T59" fmla="*/ 625 h 1002"/>
                  <a:gd name="T60" fmla="*/ 458 w 777"/>
                  <a:gd name="T61" fmla="*/ 612 h 1002"/>
                  <a:gd name="T62" fmla="*/ 432 w 777"/>
                  <a:gd name="T63" fmla="*/ 603 h 1002"/>
                  <a:gd name="T64" fmla="*/ 403 w 777"/>
                  <a:gd name="T65" fmla="*/ 600 h 1002"/>
                  <a:gd name="T66" fmla="*/ 189 w 777"/>
                  <a:gd name="T67" fmla="*/ 0 h 1002"/>
                  <a:gd name="T68" fmla="*/ 710 w 777"/>
                  <a:gd name="T69" fmla="*/ 26 h 1002"/>
                  <a:gd name="T70" fmla="*/ 729 w 777"/>
                  <a:gd name="T71" fmla="*/ 30 h 1002"/>
                  <a:gd name="T72" fmla="*/ 746 w 777"/>
                  <a:gd name="T73" fmla="*/ 38 h 1002"/>
                  <a:gd name="T74" fmla="*/ 760 w 777"/>
                  <a:gd name="T75" fmla="*/ 50 h 1002"/>
                  <a:gd name="T76" fmla="*/ 770 w 777"/>
                  <a:gd name="T77" fmla="*/ 66 h 1002"/>
                  <a:gd name="T78" fmla="*/ 776 w 777"/>
                  <a:gd name="T79" fmla="*/ 83 h 1002"/>
                  <a:gd name="T80" fmla="*/ 777 w 777"/>
                  <a:gd name="T81" fmla="*/ 103 h 1002"/>
                  <a:gd name="T82" fmla="*/ 714 w 777"/>
                  <a:gd name="T83" fmla="*/ 932 h 1002"/>
                  <a:gd name="T84" fmla="*/ 710 w 777"/>
                  <a:gd name="T85" fmla="*/ 951 h 1002"/>
                  <a:gd name="T86" fmla="*/ 700 w 777"/>
                  <a:gd name="T87" fmla="*/ 969 h 1002"/>
                  <a:gd name="T88" fmla="*/ 688 w 777"/>
                  <a:gd name="T89" fmla="*/ 983 h 1002"/>
                  <a:gd name="T90" fmla="*/ 673 w 777"/>
                  <a:gd name="T91" fmla="*/ 993 h 1002"/>
                  <a:gd name="T92" fmla="*/ 654 w 777"/>
                  <a:gd name="T93" fmla="*/ 1000 h 1002"/>
                  <a:gd name="T94" fmla="*/ 635 w 777"/>
                  <a:gd name="T95" fmla="*/ 1002 h 1002"/>
                  <a:gd name="T96" fmla="*/ 57 w 777"/>
                  <a:gd name="T97" fmla="*/ 1002 h 1002"/>
                  <a:gd name="T98" fmla="*/ 39 w 777"/>
                  <a:gd name="T99" fmla="*/ 999 h 1002"/>
                  <a:gd name="T100" fmla="*/ 23 w 777"/>
                  <a:gd name="T101" fmla="*/ 991 h 1002"/>
                  <a:gd name="T102" fmla="*/ 11 w 777"/>
                  <a:gd name="T103" fmla="*/ 980 h 1002"/>
                  <a:gd name="T104" fmla="*/ 3 w 777"/>
                  <a:gd name="T105" fmla="*/ 964 h 1002"/>
                  <a:gd name="T106" fmla="*/ 0 w 777"/>
                  <a:gd name="T107" fmla="*/ 947 h 1002"/>
                  <a:gd name="T108" fmla="*/ 2 w 777"/>
                  <a:gd name="T109" fmla="*/ 929 h 1002"/>
                  <a:gd name="T110" fmla="*/ 97 w 777"/>
                  <a:gd name="T111" fmla="*/ 68 h 1002"/>
                  <a:gd name="T112" fmla="*/ 105 w 777"/>
                  <a:gd name="T113" fmla="*/ 49 h 1002"/>
                  <a:gd name="T114" fmla="*/ 116 w 777"/>
                  <a:gd name="T115" fmla="*/ 33 h 1002"/>
                  <a:gd name="T116" fmla="*/ 131 w 777"/>
                  <a:gd name="T117" fmla="*/ 19 h 1002"/>
                  <a:gd name="T118" fmla="*/ 149 w 777"/>
                  <a:gd name="T119" fmla="*/ 8 h 1002"/>
                  <a:gd name="T120" fmla="*/ 168 w 777"/>
                  <a:gd name="T121" fmla="*/ 2 h 1002"/>
                  <a:gd name="T122" fmla="*/ 189 w 777"/>
                  <a:gd name="T123" fmla="*/ 0 h 10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77" h="1002">
                    <a:moveTo>
                      <a:pt x="403" y="600"/>
                    </a:moveTo>
                    <a:lnTo>
                      <a:pt x="373" y="603"/>
                    </a:lnTo>
                    <a:lnTo>
                      <a:pt x="347" y="612"/>
                    </a:lnTo>
                    <a:lnTo>
                      <a:pt x="322" y="625"/>
                    </a:lnTo>
                    <a:lnTo>
                      <a:pt x="300" y="642"/>
                    </a:lnTo>
                    <a:lnTo>
                      <a:pt x="283" y="664"/>
                    </a:lnTo>
                    <a:lnTo>
                      <a:pt x="270" y="687"/>
                    </a:lnTo>
                    <a:lnTo>
                      <a:pt x="261" y="715"/>
                    </a:lnTo>
                    <a:lnTo>
                      <a:pt x="258" y="744"/>
                    </a:lnTo>
                    <a:lnTo>
                      <a:pt x="261" y="773"/>
                    </a:lnTo>
                    <a:lnTo>
                      <a:pt x="270" y="800"/>
                    </a:lnTo>
                    <a:lnTo>
                      <a:pt x="283" y="825"/>
                    </a:lnTo>
                    <a:lnTo>
                      <a:pt x="300" y="847"/>
                    </a:lnTo>
                    <a:lnTo>
                      <a:pt x="322" y="864"/>
                    </a:lnTo>
                    <a:lnTo>
                      <a:pt x="347" y="877"/>
                    </a:lnTo>
                    <a:lnTo>
                      <a:pt x="373" y="885"/>
                    </a:lnTo>
                    <a:lnTo>
                      <a:pt x="403" y="889"/>
                    </a:lnTo>
                    <a:lnTo>
                      <a:pt x="432" y="885"/>
                    </a:lnTo>
                    <a:lnTo>
                      <a:pt x="458" y="877"/>
                    </a:lnTo>
                    <a:lnTo>
                      <a:pt x="483" y="864"/>
                    </a:lnTo>
                    <a:lnTo>
                      <a:pt x="505" y="847"/>
                    </a:lnTo>
                    <a:lnTo>
                      <a:pt x="522" y="825"/>
                    </a:lnTo>
                    <a:lnTo>
                      <a:pt x="535" y="800"/>
                    </a:lnTo>
                    <a:lnTo>
                      <a:pt x="543" y="773"/>
                    </a:lnTo>
                    <a:lnTo>
                      <a:pt x="547" y="744"/>
                    </a:lnTo>
                    <a:lnTo>
                      <a:pt x="543" y="715"/>
                    </a:lnTo>
                    <a:lnTo>
                      <a:pt x="535" y="687"/>
                    </a:lnTo>
                    <a:lnTo>
                      <a:pt x="522" y="664"/>
                    </a:lnTo>
                    <a:lnTo>
                      <a:pt x="505" y="642"/>
                    </a:lnTo>
                    <a:lnTo>
                      <a:pt x="483" y="625"/>
                    </a:lnTo>
                    <a:lnTo>
                      <a:pt x="458" y="612"/>
                    </a:lnTo>
                    <a:lnTo>
                      <a:pt x="432" y="603"/>
                    </a:lnTo>
                    <a:lnTo>
                      <a:pt x="403" y="600"/>
                    </a:lnTo>
                    <a:close/>
                    <a:moveTo>
                      <a:pt x="189" y="0"/>
                    </a:moveTo>
                    <a:lnTo>
                      <a:pt x="710" y="26"/>
                    </a:lnTo>
                    <a:lnTo>
                      <a:pt x="729" y="30"/>
                    </a:lnTo>
                    <a:lnTo>
                      <a:pt x="746" y="38"/>
                    </a:lnTo>
                    <a:lnTo>
                      <a:pt x="760" y="50"/>
                    </a:lnTo>
                    <a:lnTo>
                      <a:pt x="770" y="66"/>
                    </a:lnTo>
                    <a:lnTo>
                      <a:pt x="776" y="83"/>
                    </a:lnTo>
                    <a:lnTo>
                      <a:pt x="777" y="103"/>
                    </a:lnTo>
                    <a:lnTo>
                      <a:pt x="714" y="932"/>
                    </a:lnTo>
                    <a:lnTo>
                      <a:pt x="710" y="951"/>
                    </a:lnTo>
                    <a:lnTo>
                      <a:pt x="700" y="969"/>
                    </a:lnTo>
                    <a:lnTo>
                      <a:pt x="688" y="983"/>
                    </a:lnTo>
                    <a:lnTo>
                      <a:pt x="673" y="993"/>
                    </a:lnTo>
                    <a:lnTo>
                      <a:pt x="654" y="1000"/>
                    </a:lnTo>
                    <a:lnTo>
                      <a:pt x="635" y="1002"/>
                    </a:lnTo>
                    <a:lnTo>
                      <a:pt x="57" y="1002"/>
                    </a:lnTo>
                    <a:lnTo>
                      <a:pt x="39" y="999"/>
                    </a:lnTo>
                    <a:lnTo>
                      <a:pt x="23" y="991"/>
                    </a:lnTo>
                    <a:lnTo>
                      <a:pt x="11" y="980"/>
                    </a:lnTo>
                    <a:lnTo>
                      <a:pt x="3" y="964"/>
                    </a:lnTo>
                    <a:lnTo>
                      <a:pt x="0" y="947"/>
                    </a:lnTo>
                    <a:lnTo>
                      <a:pt x="2" y="929"/>
                    </a:lnTo>
                    <a:lnTo>
                      <a:pt x="97" y="68"/>
                    </a:lnTo>
                    <a:lnTo>
                      <a:pt x="105" y="49"/>
                    </a:lnTo>
                    <a:lnTo>
                      <a:pt x="116" y="33"/>
                    </a:lnTo>
                    <a:lnTo>
                      <a:pt x="131" y="19"/>
                    </a:lnTo>
                    <a:lnTo>
                      <a:pt x="149" y="8"/>
                    </a:lnTo>
                    <a:lnTo>
                      <a:pt x="168" y="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9" name="Group 86"/>
            <p:cNvGrpSpPr/>
            <p:nvPr/>
          </p:nvGrpSpPr>
          <p:grpSpPr>
            <a:xfrm>
              <a:off x="6526477" y="1894786"/>
              <a:ext cx="619429" cy="594896"/>
              <a:chOff x="6300788" y="5084763"/>
              <a:chExt cx="481013" cy="461962"/>
            </a:xfrm>
            <a:solidFill>
              <a:schemeClr val="bg1"/>
            </a:solidFill>
          </p:grpSpPr>
          <p:sp>
            <p:nvSpPr>
              <p:cNvPr id="73" name="Freeform 97"/>
              <p:cNvSpPr>
                <a:spLocks/>
              </p:cNvSpPr>
              <p:nvPr/>
            </p:nvSpPr>
            <p:spPr bwMode="auto">
              <a:xfrm>
                <a:off x="6370638" y="5146675"/>
                <a:ext cx="109538" cy="107950"/>
              </a:xfrm>
              <a:custGeom>
                <a:avLst/>
                <a:gdLst>
                  <a:gd name="T0" fmla="*/ 301 w 766"/>
                  <a:gd name="T1" fmla="*/ 0 h 746"/>
                  <a:gd name="T2" fmla="*/ 342 w 766"/>
                  <a:gd name="T3" fmla="*/ 3 h 746"/>
                  <a:gd name="T4" fmla="*/ 381 w 766"/>
                  <a:gd name="T5" fmla="*/ 11 h 746"/>
                  <a:gd name="T6" fmla="*/ 418 w 766"/>
                  <a:gd name="T7" fmla="*/ 23 h 746"/>
                  <a:gd name="T8" fmla="*/ 452 w 766"/>
                  <a:gd name="T9" fmla="*/ 41 h 746"/>
                  <a:gd name="T10" fmla="*/ 485 w 766"/>
                  <a:gd name="T11" fmla="*/ 62 h 746"/>
                  <a:gd name="T12" fmla="*/ 513 w 766"/>
                  <a:gd name="T13" fmla="*/ 88 h 746"/>
                  <a:gd name="T14" fmla="*/ 539 w 766"/>
                  <a:gd name="T15" fmla="*/ 117 h 746"/>
                  <a:gd name="T16" fmla="*/ 560 w 766"/>
                  <a:gd name="T17" fmla="*/ 149 h 746"/>
                  <a:gd name="T18" fmla="*/ 578 w 766"/>
                  <a:gd name="T19" fmla="*/ 183 h 746"/>
                  <a:gd name="T20" fmla="*/ 591 w 766"/>
                  <a:gd name="T21" fmla="*/ 220 h 746"/>
                  <a:gd name="T22" fmla="*/ 599 w 766"/>
                  <a:gd name="T23" fmla="*/ 260 h 746"/>
                  <a:gd name="T24" fmla="*/ 601 w 766"/>
                  <a:gd name="T25" fmla="*/ 301 h 746"/>
                  <a:gd name="T26" fmla="*/ 599 w 766"/>
                  <a:gd name="T27" fmla="*/ 340 h 746"/>
                  <a:gd name="T28" fmla="*/ 591 w 766"/>
                  <a:gd name="T29" fmla="*/ 376 h 746"/>
                  <a:gd name="T30" fmla="*/ 579 w 766"/>
                  <a:gd name="T31" fmla="*/ 411 h 746"/>
                  <a:gd name="T32" fmla="*/ 563 w 766"/>
                  <a:gd name="T33" fmla="*/ 445 h 746"/>
                  <a:gd name="T34" fmla="*/ 766 w 766"/>
                  <a:gd name="T35" fmla="*/ 636 h 746"/>
                  <a:gd name="T36" fmla="*/ 729 w 766"/>
                  <a:gd name="T37" fmla="*/ 670 h 746"/>
                  <a:gd name="T38" fmla="*/ 694 w 766"/>
                  <a:gd name="T39" fmla="*/ 707 h 746"/>
                  <a:gd name="T40" fmla="*/ 662 w 766"/>
                  <a:gd name="T41" fmla="*/ 746 h 746"/>
                  <a:gd name="T42" fmla="*/ 459 w 766"/>
                  <a:gd name="T43" fmla="*/ 555 h 746"/>
                  <a:gd name="T44" fmla="*/ 424 w 766"/>
                  <a:gd name="T45" fmla="*/ 574 h 746"/>
                  <a:gd name="T46" fmla="*/ 385 w 766"/>
                  <a:gd name="T47" fmla="*/ 588 h 746"/>
                  <a:gd name="T48" fmla="*/ 344 w 766"/>
                  <a:gd name="T49" fmla="*/ 598 h 746"/>
                  <a:gd name="T50" fmla="*/ 301 w 766"/>
                  <a:gd name="T51" fmla="*/ 601 h 746"/>
                  <a:gd name="T52" fmla="*/ 261 w 766"/>
                  <a:gd name="T53" fmla="*/ 599 h 746"/>
                  <a:gd name="T54" fmla="*/ 221 w 766"/>
                  <a:gd name="T55" fmla="*/ 590 h 746"/>
                  <a:gd name="T56" fmla="*/ 184 w 766"/>
                  <a:gd name="T57" fmla="*/ 577 h 746"/>
                  <a:gd name="T58" fmla="*/ 149 w 766"/>
                  <a:gd name="T59" fmla="*/ 560 h 746"/>
                  <a:gd name="T60" fmla="*/ 117 w 766"/>
                  <a:gd name="T61" fmla="*/ 538 h 746"/>
                  <a:gd name="T62" fmla="*/ 88 w 766"/>
                  <a:gd name="T63" fmla="*/ 513 h 746"/>
                  <a:gd name="T64" fmla="*/ 63 w 766"/>
                  <a:gd name="T65" fmla="*/ 484 h 746"/>
                  <a:gd name="T66" fmla="*/ 41 w 766"/>
                  <a:gd name="T67" fmla="*/ 452 h 746"/>
                  <a:gd name="T68" fmla="*/ 24 w 766"/>
                  <a:gd name="T69" fmla="*/ 417 h 746"/>
                  <a:gd name="T70" fmla="*/ 11 w 766"/>
                  <a:gd name="T71" fmla="*/ 380 h 746"/>
                  <a:gd name="T72" fmla="*/ 3 w 766"/>
                  <a:gd name="T73" fmla="*/ 342 h 746"/>
                  <a:gd name="T74" fmla="*/ 0 w 766"/>
                  <a:gd name="T75" fmla="*/ 301 h 746"/>
                  <a:gd name="T76" fmla="*/ 3 w 766"/>
                  <a:gd name="T77" fmla="*/ 260 h 746"/>
                  <a:gd name="T78" fmla="*/ 11 w 766"/>
                  <a:gd name="T79" fmla="*/ 220 h 746"/>
                  <a:gd name="T80" fmla="*/ 24 w 766"/>
                  <a:gd name="T81" fmla="*/ 183 h 746"/>
                  <a:gd name="T82" fmla="*/ 41 w 766"/>
                  <a:gd name="T83" fmla="*/ 149 h 746"/>
                  <a:gd name="T84" fmla="*/ 63 w 766"/>
                  <a:gd name="T85" fmla="*/ 117 h 746"/>
                  <a:gd name="T86" fmla="*/ 88 w 766"/>
                  <a:gd name="T87" fmla="*/ 88 h 746"/>
                  <a:gd name="T88" fmla="*/ 117 w 766"/>
                  <a:gd name="T89" fmla="*/ 62 h 746"/>
                  <a:gd name="T90" fmla="*/ 149 w 766"/>
                  <a:gd name="T91" fmla="*/ 41 h 746"/>
                  <a:gd name="T92" fmla="*/ 184 w 766"/>
                  <a:gd name="T93" fmla="*/ 23 h 746"/>
                  <a:gd name="T94" fmla="*/ 221 w 766"/>
                  <a:gd name="T95" fmla="*/ 11 h 746"/>
                  <a:gd name="T96" fmla="*/ 261 w 766"/>
                  <a:gd name="T97" fmla="*/ 3 h 746"/>
                  <a:gd name="T98" fmla="*/ 301 w 766"/>
                  <a:gd name="T99" fmla="*/ 0 h 7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66" h="746">
                    <a:moveTo>
                      <a:pt x="301" y="0"/>
                    </a:moveTo>
                    <a:lnTo>
                      <a:pt x="342" y="3"/>
                    </a:lnTo>
                    <a:lnTo>
                      <a:pt x="381" y="11"/>
                    </a:lnTo>
                    <a:lnTo>
                      <a:pt x="418" y="23"/>
                    </a:lnTo>
                    <a:lnTo>
                      <a:pt x="452" y="41"/>
                    </a:lnTo>
                    <a:lnTo>
                      <a:pt x="485" y="62"/>
                    </a:lnTo>
                    <a:lnTo>
                      <a:pt x="513" y="88"/>
                    </a:lnTo>
                    <a:lnTo>
                      <a:pt x="539" y="117"/>
                    </a:lnTo>
                    <a:lnTo>
                      <a:pt x="560" y="149"/>
                    </a:lnTo>
                    <a:lnTo>
                      <a:pt x="578" y="183"/>
                    </a:lnTo>
                    <a:lnTo>
                      <a:pt x="591" y="220"/>
                    </a:lnTo>
                    <a:lnTo>
                      <a:pt x="599" y="260"/>
                    </a:lnTo>
                    <a:lnTo>
                      <a:pt x="601" y="301"/>
                    </a:lnTo>
                    <a:lnTo>
                      <a:pt x="599" y="340"/>
                    </a:lnTo>
                    <a:lnTo>
                      <a:pt x="591" y="376"/>
                    </a:lnTo>
                    <a:lnTo>
                      <a:pt x="579" y="411"/>
                    </a:lnTo>
                    <a:lnTo>
                      <a:pt x="563" y="445"/>
                    </a:lnTo>
                    <a:lnTo>
                      <a:pt x="766" y="636"/>
                    </a:lnTo>
                    <a:lnTo>
                      <a:pt x="729" y="670"/>
                    </a:lnTo>
                    <a:lnTo>
                      <a:pt x="694" y="707"/>
                    </a:lnTo>
                    <a:lnTo>
                      <a:pt x="662" y="746"/>
                    </a:lnTo>
                    <a:lnTo>
                      <a:pt x="459" y="555"/>
                    </a:lnTo>
                    <a:lnTo>
                      <a:pt x="424" y="574"/>
                    </a:lnTo>
                    <a:lnTo>
                      <a:pt x="385" y="588"/>
                    </a:lnTo>
                    <a:lnTo>
                      <a:pt x="344" y="598"/>
                    </a:lnTo>
                    <a:lnTo>
                      <a:pt x="301" y="601"/>
                    </a:lnTo>
                    <a:lnTo>
                      <a:pt x="261" y="599"/>
                    </a:lnTo>
                    <a:lnTo>
                      <a:pt x="221" y="590"/>
                    </a:lnTo>
                    <a:lnTo>
                      <a:pt x="184" y="577"/>
                    </a:lnTo>
                    <a:lnTo>
                      <a:pt x="149" y="560"/>
                    </a:lnTo>
                    <a:lnTo>
                      <a:pt x="117" y="538"/>
                    </a:lnTo>
                    <a:lnTo>
                      <a:pt x="88" y="513"/>
                    </a:lnTo>
                    <a:lnTo>
                      <a:pt x="63" y="484"/>
                    </a:lnTo>
                    <a:lnTo>
                      <a:pt x="41" y="452"/>
                    </a:lnTo>
                    <a:lnTo>
                      <a:pt x="24" y="417"/>
                    </a:lnTo>
                    <a:lnTo>
                      <a:pt x="11" y="380"/>
                    </a:lnTo>
                    <a:lnTo>
                      <a:pt x="3" y="342"/>
                    </a:lnTo>
                    <a:lnTo>
                      <a:pt x="0" y="301"/>
                    </a:lnTo>
                    <a:lnTo>
                      <a:pt x="3" y="260"/>
                    </a:lnTo>
                    <a:lnTo>
                      <a:pt x="11" y="220"/>
                    </a:lnTo>
                    <a:lnTo>
                      <a:pt x="24" y="183"/>
                    </a:lnTo>
                    <a:lnTo>
                      <a:pt x="41" y="149"/>
                    </a:lnTo>
                    <a:lnTo>
                      <a:pt x="63" y="117"/>
                    </a:lnTo>
                    <a:lnTo>
                      <a:pt x="88" y="88"/>
                    </a:lnTo>
                    <a:lnTo>
                      <a:pt x="117" y="62"/>
                    </a:lnTo>
                    <a:lnTo>
                      <a:pt x="149" y="41"/>
                    </a:lnTo>
                    <a:lnTo>
                      <a:pt x="184" y="23"/>
                    </a:lnTo>
                    <a:lnTo>
                      <a:pt x="221" y="11"/>
                    </a:lnTo>
                    <a:lnTo>
                      <a:pt x="261" y="3"/>
                    </a:lnTo>
                    <a:lnTo>
                      <a:pt x="30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Freeform 98"/>
              <p:cNvSpPr>
                <a:spLocks/>
              </p:cNvSpPr>
              <p:nvPr/>
            </p:nvSpPr>
            <p:spPr bwMode="auto">
              <a:xfrm>
                <a:off x="6584951" y="5084763"/>
                <a:ext cx="112713" cy="149225"/>
              </a:xfrm>
              <a:custGeom>
                <a:avLst/>
                <a:gdLst>
                  <a:gd name="T0" fmla="*/ 482 w 783"/>
                  <a:gd name="T1" fmla="*/ 0 h 1042"/>
                  <a:gd name="T2" fmla="*/ 482 w 783"/>
                  <a:gd name="T3" fmla="*/ 0 h 1042"/>
                  <a:gd name="T4" fmla="*/ 523 w 783"/>
                  <a:gd name="T5" fmla="*/ 4 h 1042"/>
                  <a:gd name="T6" fmla="*/ 562 w 783"/>
                  <a:gd name="T7" fmla="*/ 12 h 1042"/>
                  <a:gd name="T8" fmla="*/ 599 w 783"/>
                  <a:gd name="T9" fmla="*/ 25 h 1042"/>
                  <a:gd name="T10" fmla="*/ 634 w 783"/>
                  <a:gd name="T11" fmla="*/ 42 h 1042"/>
                  <a:gd name="T12" fmla="*/ 666 w 783"/>
                  <a:gd name="T13" fmla="*/ 64 h 1042"/>
                  <a:gd name="T14" fmla="*/ 694 w 783"/>
                  <a:gd name="T15" fmla="*/ 89 h 1042"/>
                  <a:gd name="T16" fmla="*/ 720 w 783"/>
                  <a:gd name="T17" fmla="*/ 118 h 1042"/>
                  <a:gd name="T18" fmla="*/ 741 w 783"/>
                  <a:gd name="T19" fmla="*/ 149 h 1042"/>
                  <a:gd name="T20" fmla="*/ 759 w 783"/>
                  <a:gd name="T21" fmla="*/ 184 h 1042"/>
                  <a:gd name="T22" fmla="*/ 772 w 783"/>
                  <a:gd name="T23" fmla="*/ 222 h 1042"/>
                  <a:gd name="T24" fmla="*/ 780 w 783"/>
                  <a:gd name="T25" fmla="*/ 261 h 1042"/>
                  <a:gd name="T26" fmla="*/ 783 w 783"/>
                  <a:gd name="T27" fmla="*/ 301 h 1042"/>
                  <a:gd name="T28" fmla="*/ 780 w 783"/>
                  <a:gd name="T29" fmla="*/ 342 h 1042"/>
                  <a:gd name="T30" fmla="*/ 772 w 783"/>
                  <a:gd name="T31" fmla="*/ 381 h 1042"/>
                  <a:gd name="T32" fmla="*/ 759 w 783"/>
                  <a:gd name="T33" fmla="*/ 419 h 1042"/>
                  <a:gd name="T34" fmla="*/ 741 w 783"/>
                  <a:gd name="T35" fmla="*/ 453 h 1042"/>
                  <a:gd name="T36" fmla="*/ 720 w 783"/>
                  <a:gd name="T37" fmla="*/ 485 h 1042"/>
                  <a:gd name="T38" fmla="*/ 694 w 783"/>
                  <a:gd name="T39" fmla="*/ 514 h 1042"/>
                  <a:gd name="T40" fmla="*/ 666 w 783"/>
                  <a:gd name="T41" fmla="*/ 539 h 1042"/>
                  <a:gd name="T42" fmla="*/ 634 w 783"/>
                  <a:gd name="T43" fmla="*/ 560 h 1042"/>
                  <a:gd name="T44" fmla="*/ 599 w 783"/>
                  <a:gd name="T45" fmla="*/ 578 h 1042"/>
                  <a:gd name="T46" fmla="*/ 562 w 783"/>
                  <a:gd name="T47" fmla="*/ 591 h 1042"/>
                  <a:gd name="T48" fmla="*/ 523 w 783"/>
                  <a:gd name="T49" fmla="*/ 599 h 1042"/>
                  <a:gd name="T50" fmla="*/ 482 w 783"/>
                  <a:gd name="T51" fmla="*/ 602 h 1042"/>
                  <a:gd name="T52" fmla="*/ 454 w 783"/>
                  <a:gd name="T53" fmla="*/ 600 h 1042"/>
                  <a:gd name="T54" fmla="*/ 426 w 783"/>
                  <a:gd name="T55" fmla="*/ 595 h 1042"/>
                  <a:gd name="T56" fmla="*/ 398 w 783"/>
                  <a:gd name="T57" fmla="*/ 589 h 1042"/>
                  <a:gd name="T58" fmla="*/ 130 w 783"/>
                  <a:gd name="T59" fmla="*/ 1042 h 1042"/>
                  <a:gd name="T60" fmla="*/ 88 w 783"/>
                  <a:gd name="T61" fmla="*/ 1012 h 1042"/>
                  <a:gd name="T62" fmla="*/ 46 w 783"/>
                  <a:gd name="T63" fmla="*/ 987 h 1042"/>
                  <a:gd name="T64" fmla="*/ 0 w 783"/>
                  <a:gd name="T65" fmla="*/ 964 h 1042"/>
                  <a:gd name="T66" fmla="*/ 268 w 783"/>
                  <a:gd name="T67" fmla="*/ 513 h 1042"/>
                  <a:gd name="T68" fmla="*/ 243 w 783"/>
                  <a:gd name="T69" fmla="*/ 484 h 1042"/>
                  <a:gd name="T70" fmla="*/ 222 w 783"/>
                  <a:gd name="T71" fmla="*/ 452 h 1042"/>
                  <a:gd name="T72" fmla="*/ 205 w 783"/>
                  <a:gd name="T73" fmla="*/ 418 h 1042"/>
                  <a:gd name="T74" fmla="*/ 192 w 783"/>
                  <a:gd name="T75" fmla="*/ 381 h 1042"/>
                  <a:gd name="T76" fmla="*/ 184 w 783"/>
                  <a:gd name="T77" fmla="*/ 342 h 1042"/>
                  <a:gd name="T78" fmla="*/ 181 w 783"/>
                  <a:gd name="T79" fmla="*/ 301 h 1042"/>
                  <a:gd name="T80" fmla="*/ 184 w 783"/>
                  <a:gd name="T81" fmla="*/ 261 h 1042"/>
                  <a:gd name="T82" fmla="*/ 192 w 783"/>
                  <a:gd name="T83" fmla="*/ 221 h 1042"/>
                  <a:gd name="T84" fmla="*/ 205 w 783"/>
                  <a:gd name="T85" fmla="*/ 184 h 1042"/>
                  <a:gd name="T86" fmla="*/ 222 w 783"/>
                  <a:gd name="T87" fmla="*/ 149 h 1042"/>
                  <a:gd name="T88" fmla="*/ 244 w 783"/>
                  <a:gd name="T89" fmla="*/ 118 h 1042"/>
                  <a:gd name="T90" fmla="*/ 269 w 783"/>
                  <a:gd name="T91" fmla="*/ 89 h 1042"/>
                  <a:gd name="T92" fmla="*/ 299 w 783"/>
                  <a:gd name="T93" fmla="*/ 64 h 1042"/>
                  <a:gd name="T94" fmla="*/ 330 w 783"/>
                  <a:gd name="T95" fmla="*/ 42 h 1042"/>
                  <a:gd name="T96" fmla="*/ 365 w 783"/>
                  <a:gd name="T97" fmla="*/ 25 h 1042"/>
                  <a:gd name="T98" fmla="*/ 402 w 783"/>
                  <a:gd name="T99" fmla="*/ 12 h 1042"/>
                  <a:gd name="T100" fmla="*/ 441 w 783"/>
                  <a:gd name="T101" fmla="*/ 4 h 1042"/>
                  <a:gd name="T102" fmla="*/ 482 w 783"/>
                  <a:gd name="T103" fmla="*/ 0 h 10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83" h="1042">
                    <a:moveTo>
                      <a:pt x="482" y="0"/>
                    </a:moveTo>
                    <a:lnTo>
                      <a:pt x="482" y="0"/>
                    </a:lnTo>
                    <a:lnTo>
                      <a:pt x="523" y="4"/>
                    </a:lnTo>
                    <a:lnTo>
                      <a:pt x="562" y="12"/>
                    </a:lnTo>
                    <a:lnTo>
                      <a:pt x="599" y="25"/>
                    </a:lnTo>
                    <a:lnTo>
                      <a:pt x="634" y="42"/>
                    </a:lnTo>
                    <a:lnTo>
                      <a:pt x="666" y="64"/>
                    </a:lnTo>
                    <a:lnTo>
                      <a:pt x="694" y="89"/>
                    </a:lnTo>
                    <a:lnTo>
                      <a:pt x="720" y="118"/>
                    </a:lnTo>
                    <a:lnTo>
                      <a:pt x="741" y="149"/>
                    </a:lnTo>
                    <a:lnTo>
                      <a:pt x="759" y="184"/>
                    </a:lnTo>
                    <a:lnTo>
                      <a:pt x="772" y="222"/>
                    </a:lnTo>
                    <a:lnTo>
                      <a:pt x="780" y="261"/>
                    </a:lnTo>
                    <a:lnTo>
                      <a:pt x="783" y="301"/>
                    </a:lnTo>
                    <a:lnTo>
                      <a:pt x="780" y="342"/>
                    </a:lnTo>
                    <a:lnTo>
                      <a:pt x="772" y="381"/>
                    </a:lnTo>
                    <a:lnTo>
                      <a:pt x="759" y="419"/>
                    </a:lnTo>
                    <a:lnTo>
                      <a:pt x="741" y="453"/>
                    </a:lnTo>
                    <a:lnTo>
                      <a:pt x="720" y="485"/>
                    </a:lnTo>
                    <a:lnTo>
                      <a:pt x="694" y="514"/>
                    </a:lnTo>
                    <a:lnTo>
                      <a:pt x="666" y="539"/>
                    </a:lnTo>
                    <a:lnTo>
                      <a:pt x="634" y="560"/>
                    </a:lnTo>
                    <a:lnTo>
                      <a:pt x="599" y="578"/>
                    </a:lnTo>
                    <a:lnTo>
                      <a:pt x="562" y="591"/>
                    </a:lnTo>
                    <a:lnTo>
                      <a:pt x="523" y="599"/>
                    </a:lnTo>
                    <a:lnTo>
                      <a:pt x="482" y="602"/>
                    </a:lnTo>
                    <a:lnTo>
                      <a:pt x="454" y="600"/>
                    </a:lnTo>
                    <a:lnTo>
                      <a:pt x="426" y="595"/>
                    </a:lnTo>
                    <a:lnTo>
                      <a:pt x="398" y="589"/>
                    </a:lnTo>
                    <a:lnTo>
                      <a:pt x="130" y="1042"/>
                    </a:lnTo>
                    <a:lnTo>
                      <a:pt x="88" y="1012"/>
                    </a:lnTo>
                    <a:lnTo>
                      <a:pt x="46" y="987"/>
                    </a:lnTo>
                    <a:lnTo>
                      <a:pt x="0" y="964"/>
                    </a:lnTo>
                    <a:lnTo>
                      <a:pt x="268" y="513"/>
                    </a:lnTo>
                    <a:lnTo>
                      <a:pt x="243" y="484"/>
                    </a:lnTo>
                    <a:lnTo>
                      <a:pt x="222" y="452"/>
                    </a:lnTo>
                    <a:lnTo>
                      <a:pt x="205" y="418"/>
                    </a:lnTo>
                    <a:lnTo>
                      <a:pt x="192" y="381"/>
                    </a:lnTo>
                    <a:lnTo>
                      <a:pt x="184" y="342"/>
                    </a:lnTo>
                    <a:lnTo>
                      <a:pt x="181" y="301"/>
                    </a:lnTo>
                    <a:lnTo>
                      <a:pt x="184" y="261"/>
                    </a:lnTo>
                    <a:lnTo>
                      <a:pt x="192" y="221"/>
                    </a:lnTo>
                    <a:lnTo>
                      <a:pt x="205" y="184"/>
                    </a:lnTo>
                    <a:lnTo>
                      <a:pt x="222" y="149"/>
                    </a:lnTo>
                    <a:lnTo>
                      <a:pt x="244" y="118"/>
                    </a:lnTo>
                    <a:lnTo>
                      <a:pt x="269" y="89"/>
                    </a:lnTo>
                    <a:lnTo>
                      <a:pt x="299" y="64"/>
                    </a:lnTo>
                    <a:lnTo>
                      <a:pt x="330" y="42"/>
                    </a:lnTo>
                    <a:lnTo>
                      <a:pt x="365" y="25"/>
                    </a:lnTo>
                    <a:lnTo>
                      <a:pt x="402" y="12"/>
                    </a:lnTo>
                    <a:lnTo>
                      <a:pt x="441" y="4"/>
                    </a:lnTo>
                    <a:lnTo>
                      <a:pt x="48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5" name="Freeform 99"/>
              <p:cNvSpPr>
                <a:spLocks/>
              </p:cNvSpPr>
              <p:nvPr/>
            </p:nvSpPr>
            <p:spPr bwMode="auto">
              <a:xfrm>
                <a:off x="6642101" y="5289550"/>
                <a:ext cx="139700" cy="87313"/>
              </a:xfrm>
              <a:custGeom>
                <a:avLst/>
                <a:gdLst>
                  <a:gd name="T0" fmla="*/ 670 w 970"/>
                  <a:gd name="T1" fmla="*/ 0 h 601"/>
                  <a:gd name="T2" fmla="*/ 711 w 970"/>
                  <a:gd name="T3" fmla="*/ 2 h 601"/>
                  <a:gd name="T4" fmla="*/ 750 w 970"/>
                  <a:gd name="T5" fmla="*/ 11 h 601"/>
                  <a:gd name="T6" fmla="*/ 787 w 970"/>
                  <a:gd name="T7" fmla="*/ 24 h 601"/>
                  <a:gd name="T8" fmla="*/ 821 w 970"/>
                  <a:gd name="T9" fmla="*/ 41 h 601"/>
                  <a:gd name="T10" fmla="*/ 854 w 970"/>
                  <a:gd name="T11" fmla="*/ 63 h 601"/>
                  <a:gd name="T12" fmla="*/ 883 w 970"/>
                  <a:gd name="T13" fmla="*/ 88 h 601"/>
                  <a:gd name="T14" fmla="*/ 908 w 970"/>
                  <a:gd name="T15" fmla="*/ 117 h 601"/>
                  <a:gd name="T16" fmla="*/ 930 w 970"/>
                  <a:gd name="T17" fmla="*/ 149 h 601"/>
                  <a:gd name="T18" fmla="*/ 947 w 970"/>
                  <a:gd name="T19" fmla="*/ 184 h 601"/>
                  <a:gd name="T20" fmla="*/ 960 w 970"/>
                  <a:gd name="T21" fmla="*/ 221 h 601"/>
                  <a:gd name="T22" fmla="*/ 968 w 970"/>
                  <a:gd name="T23" fmla="*/ 259 h 601"/>
                  <a:gd name="T24" fmla="*/ 970 w 970"/>
                  <a:gd name="T25" fmla="*/ 300 h 601"/>
                  <a:gd name="T26" fmla="*/ 968 w 970"/>
                  <a:gd name="T27" fmla="*/ 341 h 601"/>
                  <a:gd name="T28" fmla="*/ 960 w 970"/>
                  <a:gd name="T29" fmla="*/ 381 h 601"/>
                  <a:gd name="T30" fmla="*/ 947 w 970"/>
                  <a:gd name="T31" fmla="*/ 418 h 601"/>
                  <a:gd name="T32" fmla="*/ 930 w 970"/>
                  <a:gd name="T33" fmla="*/ 452 h 601"/>
                  <a:gd name="T34" fmla="*/ 908 w 970"/>
                  <a:gd name="T35" fmla="*/ 484 h 601"/>
                  <a:gd name="T36" fmla="*/ 883 w 970"/>
                  <a:gd name="T37" fmla="*/ 513 h 601"/>
                  <a:gd name="T38" fmla="*/ 854 w 970"/>
                  <a:gd name="T39" fmla="*/ 538 h 601"/>
                  <a:gd name="T40" fmla="*/ 821 w 970"/>
                  <a:gd name="T41" fmla="*/ 560 h 601"/>
                  <a:gd name="T42" fmla="*/ 787 w 970"/>
                  <a:gd name="T43" fmla="*/ 578 h 601"/>
                  <a:gd name="T44" fmla="*/ 750 w 970"/>
                  <a:gd name="T45" fmla="*/ 590 h 601"/>
                  <a:gd name="T46" fmla="*/ 711 w 970"/>
                  <a:gd name="T47" fmla="*/ 598 h 601"/>
                  <a:gd name="T48" fmla="*/ 670 w 970"/>
                  <a:gd name="T49" fmla="*/ 601 h 601"/>
                  <a:gd name="T50" fmla="*/ 630 w 970"/>
                  <a:gd name="T51" fmla="*/ 598 h 601"/>
                  <a:gd name="T52" fmla="*/ 592 w 970"/>
                  <a:gd name="T53" fmla="*/ 591 h 601"/>
                  <a:gd name="T54" fmla="*/ 555 w 970"/>
                  <a:gd name="T55" fmla="*/ 578 h 601"/>
                  <a:gd name="T56" fmla="*/ 520 w 970"/>
                  <a:gd name="T57" fmla="*/ 561 h 601"/>
                  <a:gd name="T58" fmla="*/ 489 w 970"/>
                  <a:gd name="T59" fmla="*/ 540 h 601"/>
                  <a:gd name="T60" fmla="*/ 460 w 970"/>
                  <a:gd name="T61" fmla="*/ 515 h 601"/>
                  <a:gd name="T62" fmla="*/ 436 w 970"/>
                  <a:gd name="T63" fmla="*/ 487 h 601"/>
                  <a:gd name="T64" fmla="*/ 413 w 970"/>
                  <a:gd name="T65" fmla="*/ 455 h 601"/>
                  <a:gd name="T66" fmla="*/ 396 w 970"/>
                  <a:gd name="T67" fmla="*/ 422 h 601"/>
                  <a:gd name="T68" fmla="*/ 383 w 970"/>
                  <a:gd name="T69" fmla="*/ 386 h 601"/>
                  <a:gd name="T70" fmla="*/ 375 w 970"/>
                  <a:gd name="T71" fmla="*/ 347 h 601"/>
                  <a:gd name="T72" fmla="*/ 0 w 970"/>
                  <a:gd name="T73" fmla="*/ 310 h 601"/>
                  <a:gd name="T74" fmla="*/ 8 w 970"/>
                  <a:gd name="T75" fmla="*/ 265 h 601"/>
                  <a:gd name="T76" fmla="*/ 14 w 970"/>
                  <a:gd name="T77" fmla="*/ 217 h 601"/>
                  <a:gd name="T78" fmla="*/ 16 w 970"/>
                  <a:gd name="T79" fmla="*/ 168 h 601"/>
                  <a:gd name="T80" fmla="*/ 15 w 970"/>
                  <a:gd name="T81" fmla="*/ 159 h 601"/>
                  <a:gd name="T82" fmla="*/ 389 w 970"/>
                  <a:gd name="T83" fmla="*/ 197 h 601"/>
                  <a:gd name="T84" fmla="*/ 405 w 970"/>
                  <a:gd name="T85" fmla="*/ 159 h 601"/>
                  <a:gd name="T86" fmla="*/ 427 w 970"/>
                  <a:gd name="T87" fmla="*/ 126 h 601"/>
                  <a:gd name="T88" fmla="*/ 452 w 970"/>
                  <a:gd name="T89" fmla="*/ 95 h 601"/>
                  <a:gd name="T90" fmla="*/ 482 w 970"/>
                  <a:gd name="T91" fmla="*/ 68 h 601"/>
                  <a:gd name="T92" fmla="*/ 513 w 970"/>
                  <a:gd name="T93" fmla="*/ 44 h 601"/>
                  <a:gd name="T94" fmla="*/ 549 w 970"/>
                  <a:gd name="T95" fmla="*/ 26 h 601"/>
                  <a:gd name="T96" fmla="*/ 588 w 970"/>
                  <a:gd name="T97" fmla="*/ 12 h 601"/>
                  <a:gd name="T98" fmla="*/ 628 w 970"/>
                  <a:gd name="T99" fmla="*/ 3 h 601"/>
                  <a:gd name="T100" fmla="*/ 670 w 970"/>
                  <a:gd name="T101" fmla="*/ 0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970" h="601">
                    <a:moveTo>
                      <a:pt x="670" y="0"/>
                    </a:moveTo>
                    <a:lnTo>
                      <a:pt x="711" y="2"/>
                    </a:lnTo>
                    <a:lnTo>
                      <a:pt x="750" y="11"/>
                    </a:lnTo>
                    <a:lnTo>
                      <a:pt x="787" y="24"/>
                    </a:lnTo>
                    <a:lnTo>
                      <a:pt x="821" y="41"/>
                    </a:lnTo>
                    <a:lnTo>
                      <a:pt x="854" y="63"/>
                    </a:lnTo>
                    <a:lnTo>
                      <a:pt x="883" y="88"/>
                    </a:lnTo>
                    <a:lnTo>
                      <a:pt x="908" y="117"/>
                    </a:lnTo>
                    <a:lnTo>
                      <a:pt x="930" y="149"/>
                    </a:lnTo>
                    <a:lnTo>
                      <a:pt x="947" y="184"/>
                    </a:lnTo>
                    <a:lnTo>
                      <a:pt x="960" y="221"/>
                    </a:lnTo>
                    <a:lnTo>
                      <a:pt x="968" y="259"/>
                    </a:lnTo>
                    <a:lnTo>
                      <a:pt x="970" y="300"/>
                    </a:lnTo>
                    <a:lnTo>
                      <a:pt x="968" y="341"/>
                    </a:lnTo>
                    <a:lnTo>
                      <a:pt x="960" y="381"/>
                    </a:lnTo>
                    <a:lnTo>
                      <a:pt x="947" y="418"/>
                    </a:lnTo>
                    <a:lnTo>
                      <a:pt x="930" y="452"/>
                    </a:lnTo>
                    <a:lnTo>
                      <a:pt x="908" y="484"/>
                    </a:lnTo>
                    <a:lnTo>
                      <a:pt x="883" y="513"/>
                    </a:lnTo>
                    <a:lnTo>
                      <a:pt x="854" y="538"/>
                    </a:lnTo>
                    <a:lnTo>
                      <a:pt x="821" y="560"/>
                    </a:lnTo>
                    <a:lnTo>
                      <a:pt x="787" y="578"/>
                    </a:lnTo>
                    <a:lnTo>
                      <a:pt x="750" y="590"/>
                    </a:lnTo>
                    <a:lnTo>
                      <a:pt x="711" y="598"/>
                    </a:lnTo>
                    <a:lnTo>
                      <a:pt x="670" y="601"/>
                    </a:lnTo>
                    <a:lnTo>
                      <a:pt x="630" y="598"/>
                    </a:lnTo>
                    <a:lnTo>
                      <a:pt x="592" y="591"/>
                    </a:lnTo>
                    <a:lnTo>
                      <a:pt x="555" y="578"/>
                    </a:lnTo>
                    <a:lnTo>
                      <a:pt x="520" y="561"/>
                    </a:lnTo>
                    <a:lnTo>
                      <a:pt x="489" y="540"/>
                    </a:lnTo>
                    <a:lnTo>
                      <a:pt x="460" y="515"/>
                    </a:lnTo>
                    <a:lnTo>
                      <a:pt x="436" y="487"/>
                    </a:lnTo>
                    <a:lnTo>
                      <a:pt x="413" y="455"/>
                    </a:lnTo>
                    <a:lnTo>
                      <a:pt x="396" y="422"/>
                    </a:lnTo>
                    <a:lnTo>
                      <a:pt x="383" y="386"/>
                    </a:lnTo>
                    <a:lnTo>
                      <a:pt x="375" y="347"/>
                    </a:lnTo>
                    <a:lnTo>
                      <a:pt x="0" y="310"/>
                    </a:lnTo>
                    <a:lnTo>
                      <a:pt x="8" y="265"/>
                    </a:lnTo>
                    <a:lnTo>
                      <a:pt x="14" y="217"/>
                    </a:lnTo>
                    <a:lnTo>
                      <a:pt x="16" y="168"/>
                    </a:lnTo>
                    <a:lnTo>
                      <a:pt x="15" y="159"/>
                    </a:lnTo>
                    <a:lnTo>
                      <a:pt x="389" y="197"/>
                    </a:lnTo>
                    <a:lnTo>
                      <a:pt x="405" y="159"/>
                    </a:lnTo>
                    <a:lnTo>
                      <a:pt x="427" y="126"/>
                    </a:lnTo>
                    <a:lnTo>
                      <a:pt x="452" y="95"/>
                    </a:lnTo>
                    <a:lnTo>
                      <a:pt x="482" y="68"/>
                    </a:lnTo>
                    <a:lnTo>
                      <a:pt x="513" y="44"/>
                    </a:lnTo>
                    <a:lnTo>
                      <a:pt x="549" y="26"/>
                    </a:lnTo>
                    <a:lnTo>
                      <a:pt x="588" y="12"/>
                    </a:lnTo>
                    <a:lnTo>
                      <a:pt x="628" y="3"/>
                    </a:lnTo>
                    <a:lnTo>
                      <a:pt x="6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Freeform 100"/>
              <p:cNvSpPr>
                <a:spLocks/>
              </p:cNvSpPr>
              <p:nvPr/>
            </p:nvSpPr>
            <p:spPr bwMode="auto">
              <a:xfrm>
                <a:off x="6543676" y="5407025"/>
                <a:ext cx="87313" cy="139700"/>
              </a:xfrm>
              <a:custGeom>
                <a:avLst/>
                <a:gdLst>
                  <a:gd name="T0" fmla="*/ 227 w 602"/>
                  <a:gd name="T1" fmla="*/ 0 h 965"/>
                  <a:gd name="T2" fmla="*/ 310 w 602"/>
                  <a:gd name="T3" fmla="*/ 365 h 965"/>
                  <a:gd name="T4" fmla="*/ 353 w 602"/>
                  <a:gd name="T5" fmla="*/ 370 h 965"/>
                  <a:gd name="T6" fmla="*/ 395 w 602"/>
                  <a:gd name="T7" fmla="*/ 380 h 965"/>
                  <a:gd name="T8" fmla="*/ 434 w 602"/>
                  <a:gd name="T9" fmla="*/ 396 h 965"/>
                  <a:gd name="T10" fmla="*/ 469 w 602"/>
                  <a:gd name="T11" fmla="*/ 416 h 965"/>
                  <a:gd name="T12" fmla="*/ 502 w 602"/>
                  <a:gd name="T13" fmla="*/ 442 h 965"/>
                  <a:gd name="T14" fmla="*/ 531 w 602"/>
                  <a:gd name="T15" fmla="*/ 472 h 965"/>
                  <a:gd name="T16" fmla="*/ 555 w 602"/>
                  <a:gd name="T17" fmla="*/ 504 h 965"/>
                  <a:gd name="T18" fmla="*/ 574 w 602"/>
                  <a:gd name="T19" fmla="*/ 541 h 965"/>
                  <a:gd name="T20" fmla="*/ 590 w 602"/>
                  <a:gd name="T21" fmla="*/ 580 h 965"/>
                  <a:gd name="T22" fmla="*/ 599 w 602"/>
                  <a:gd name="T23" fmla="*/ 622 h 965"/>
                  <a:gd name="T24" fmla="*/ 602 w 602"/>
                  <a:gd name="T25" fmla="*/ 665 h 965"/>
                  <a:gd name="T26" fmla="*/ 599 w 602"/>
                  <a:gd name="T27" fmla="*/ 706 h 965"/>
                  <a:gd name="T28" fmla="*/ 591 w 602"/>
                  <a:gd name="T29" fmla="*/ 745 h 965"/>
                  <a:gd name="T30" fmla="*/ 578 w 602"/>
                  <a:gd name="T31" fmla="*/ 782 h 965"/>
                  <a:gd name="T32" fmla="*/ 560 w 602"/>
                  <a:gd name="T33" fmla="*/ 816 h 965"/>
                  <a:gd name="T34" fmla="*/ 539 w 602"/>
                  <a:gd name="T35" fmla="*/ 849 h 965"/>
                  <a:gd name="T36" fmla="*/ 513 w 602"/>
                  <a:gd name="T37" fmla="*/ 878 h 965"/>
                  <a:gd name="T38" fmla="*/ 485 w 602"/>
                  <a:gd name="T39" fmla="*/ 903 h 965"/>
                  <a:gd name="T40" fmla="*/ 453 w 602"/>
                  <a:gd name="T41" fmla="*/ 924 h 965"/>
                  <a:gd name="T42" fmla="*/ 418 w 602"/>
                  <a:gd name="T43" fmla="*/ 942 h 965"/>
                  <a:gd name="T44" fmla="*/ 381 w 602"/>
                  <a:gd name="T45" fmla="*/ 955 h 965"/>
                  <a:gd name="T46" fmla="*/ 342 w 602"/>
                  <a:gd name="T47" fmla="*/ 963 h 965"/>
                  <a:gd name="T48" fmla="*/ 301 w 602"/>
                  <a:gd name="T49" fmla="*/ 965 h 965"/>
                  <a:gd name="T50" fmla="*/ 260 w 602"/>
                  <a:gd name="T51" fmla="*/ 963 h 965"/>
                  <a:gd name="T52" fmla="*/ 221 w 602"/>
                  <a:gd name="T53" fmla="*/ 955 h 965"/>
                  <a:gd name="T54" fmla="*/ 184 w 602"/>
                  <a:gd name="T55" fmla="*/ 942 h 965"/>
                  <a:gd name="T56" fmla="*/ 149 w 602"/>
                  <a:gd name="T57" fmla="*/ 924 h 965"/>
                  <a:gd name="T58" fmla="*/ 117 w 602"/>
                  <a:gd name="T59" fmla="*/ 903 h 965"/>
                  <a:gd name="T60" fmla="*/ 89 w 602"/>
                  <a:gd name="T61" fmla="*/ 878 h 965"/>
                  <a:gd name="T62" fmla="*/ 63 w 602"/>
                  <a:gd name="T63" fmla="*/ 849 h 965"/>
                  <a:gd name="T64" fmla="*/ 42 w 602"/>
                  <a:gd name="T65" fmla="*/ 816 h 965"/>
                  <a:gd name="T66" fmla="*/ 25 w 602"/>
                  <a:gd name="T67" fmla="*/ 782 h 965"/>
                  <a:gd name="T68" fmla="*/ 11 w 602"/>
                  <a:gd name="T69" fmla="*/ 745 h 965"/>
                  <a:gd name="T70" fmla="*/ 3 w 602"/>
                  <a:gd name="T71" fmla="*/ 706 h 965"/>
                  <a:gd name="T72" fmla="*/ 0 w 602"/>
                  <a:gd name="T73" fmla="*/ 665 h 965"/>
                  <a:gd name="T74" fmla="*/ 3 w 602"/>
                  <a:gd name="T75" fmla="*/ 623 h 965"/>
                  <a:gd name="T76" fmla="*/ 12 w 602"/>
                  <a:gd name="T77" fmla="*/ 582 h 965"/>
                  <a:gd name="T78" fmla="*/ 27 w 602"/>
                  <a:gd name="T79" fmla="*/ 544 h 965"/>
                  <a:gd name="T80" fmla="*/ 46 w 602"/>
                  <a:gd name="T81" fmla="*/ 508 h 965"/>
                  <a:gd name="T82" fmla="*/ 69 w 602"/>
                  <a:gd name="T83" fmla="*/ 476 h 965"/>
                  <a:gd name="T84" fmla="*/ 97 w 602"/>
                  <a:gd name="T85" fmla="*/ 446 h 965"/>
                  <a:gd name="T86" fmla="*/ 129 w 602"/>
                  <a:gd name="T87" fmla="*/ 421 h 965"/>
                  <a:gd name="T88" fmla="*/ 163 w 602"/>
                  <a:gd name="T89" fmla="*/ 400 h 965"/>
                  <a:gd name="T90" fmla="*/ 79 w 602"/>
                  <a:gd name="T91" fmla="*/ 34 h 965"/>
                  <a:gd name="T92" fmla="*/ 130 w 602"/>
                  <a:gd name="T93" fmla="*/ 26 h 965"/>
                  <a:gd name="T94" fmla="*/ 179 w 602"/>
                  <a:gd name="T95" fmla="*/ 15 h 965"/>
                  <a:gd name="T96" fmla="*/ 227 w 602"/>
                  <a:gd name="T97" fmla="*/ 0 h 9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02" h="965">
                    <a:moveTo>
                      <a:pt x="227" y="0"/>
                    </a:moveTo>
                    <a:lnTo>
                      <a:pt x="310" y="365"/>
                    </a:lnTo>
                    <a:lnTo>
                      <a:pt x="353" y="370"/>
                    </a:lnTo>
                    <a:lnTo>
                      <a:pt x="395" y="380"/>
                    </a:lnTo>
                    <a:lnTo>
                      <a:pt x="434" y="396"/>
                    </a:lnTo>
                    <a:lnTo>
                      <a:pt x="469" y="416"/>
                    </a:lnTo>
                    <a:lnTo>
                      <a:pt x="502" y="442"/>
                    </a:lnTo>
                    <a:lnTo>
                      <a:pt x="531" y="472"/>
                    </a:lnTo>
                    <a:lnTo>
                      <a:pt x="555" y="504"/>
                    </a:lnTo>
                    <a:lnTo>
                      <a:pt x="574" y="541"/>
                    </a:lnTo>
                    <a:lnTo>
                      <a:pt x="590" y="580"/>
                    </a:lnTo>
                    <a:lnTo>
                      <a:pt x="599" y="622"/>
                    </a:lnTo>
                    <a:lnTo>
                      <a:pt x="602" y="665"/>
                    </a:lnTo>
                    <a:lnTo>
                      <a:pt x="599" y="706"/>
                    </a:lnTo>
                    <a:lnTo>
                      <a:pt x="591" y="745"/>
                    </a:lnTo>
                    <a:lnTo>
                      <a:pt x="578" y="782"/>
                    </a:lnTo>
                    <a:lnTo>
                      <a:pt x="560" y="816"/>
                    </a:lnTo>
                    <a:lnTo>
                      <a:pt x="539" y="849"/>
                    </a:lnTo>
                    <a:lnTo>
                      <a:pt x="513" y="878"/>
                    </a:lnTo>
                    <a:lnTo>
                      <a:pt x="485" y="903"/>
                    </a:lnTo>
                    <a:lnTo>
                      <a:pt x="453" y="924"/>
                    </a:lnTo>
                    <a:lnTo>
                      <a:pt x="418" y="942"/>
                    </a:lnTo>
                    <a:lnTo>
                      <a:pt x="381" y="955"/>
                    </a:lnTo>
                    <a:lnTo>
                      <a:pt x="342" y="963"/>
                    </a:lnTo>
                    <a:lnTo>
                      <a:pt x="301" y="965"/>
                    </a:lnTo>
                    <a:lnTo>
                      <a:pt x="260" y="963"/>
                    </a:lnTo>
                    <a:lnTo>
                      <a:pt x="221" y="955"/>
                    </a:lnTo>
                    <a:lnTo>
                      <a:pt x="184" y="942"/>
                    </a:lnTo>
                    <a:lnTo>
                      <a:pt x="149" y="924"/>
                    </a:lnTo>
                    <a:lnTo>
                      <a:pt x="117" y="903"/>
                    </a:lnTo>
                    <a:lnTo>
                      <a:pt x="89" y="878"/>
                    </a:lnTo>
                    <a:lnTo>
                      <a:pt x="63" y="849"/>
                    </a:lnTo>
                    <a:lnTo>
                      <a:pt x="42" y="816"/>
                    </a:lnTo>
                    <a:lnTo>
                      <a:pt x="25" y="782"/>
                    </a:lnTo>
                    <a:lnTo>
                      <a:pt x="11" y="745"/>
                    </a:lnTo>
                    <a:lnTo>
                      <a:pt x="3" y="706"/>
                    </a:lnTo>
                    <a:lnTo>
                      <a:pt x="0" y="665"/>
                    </a:lnTo>
                    <a:lnTo>
                      <a:pt x="3" y="623"/>
                    </a:lnTo>
                    <a:lnTo>
                      <a:pt x="12" y="582"/>
                    </a:lnTo>
                    <a:lnTo>
                      <a:pt x="27" y="544"/>
                    </a:lnTo>
                    <a:lnTo>
                      <a:pt x="46" y="508"/>
                    </a:lnTo>
                    <a:lnTo>
                      <a:pt x="69" y="476"/>
                    </a:lnTo>
                    <a:lnTo>
                      <a:pt x="97" y="446"/>
                    </a:lnTo>
                    <a:lnTo>
                      <a:pt x="129" y="421"/>
                    </a:lnTo>
                    <a:lnTo>
                      <a:pt x="163" y="400"/>
                    </a:lnTo>
                    <a:lnTo>
                      <a:pt x="79" y="34"/>
                    </a:lnTo>
                    <a:lnTo>
                      <a:pt x="130" y="26"/>
                    </a:lnTo>
                    <a:lnTo>
                      <a:pt x="179" y="15"/>
                    </a:lnTo>
                    <a:lnTo>
                      <a:pt x="2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Freeform 101"/>
              <p:cNvSpPr>
                <a:spLocks/>
              </p:cNvSpPr>
              <p:nvPr/>
            </p:nvSpPr>
            <p:spPr bwMode="auto">
              <a:xfrm>
                <a:off x="6300788" y="5334000"/>
                <a:ext cx="153988" cy="90488"/>
              </a:xfrm>
              <a:custGeom>
                <a:avLst/>
                <a:gdLst>
                  <a:gd name="T0" fmla="*/ 1017 w 1066"/>
                  <a:gd name="T1" fmla="*/ 0 h 621"/>
                  <a:gd name="T2" fmla="*/ 1030 w 1066"/>
                  <a:gd name="T3" fmla="*/ 49 h 621"/>
                  <a:gd name="T4" fmla="*/ 1047 w 1066"/>
                  <a:gd name="T5" fmla="*/ 97 h 621"/>
                  <a:gd name="T6" fmla="*/ 1066 w 1066"/>
                  <a:gd name="T7" fmla="*/ 143 h 621"/>
                  <a:gd name="T8" fmla="*/ 599 w 1066"/>
                  <a:gd name="T9" fmla="*/ 300 h 621"/>
                  <a:gd name="T10" fmla="*/ 600 w 1066"/>
                  <a:gd name="T11" fmla="*/ 310 h 621"/>
                  <a:gd name="T12" fmla="*/ 601 w 1066"/>
                  <a:gd name="T13" fmla="*/ 320 h 621"/>
                  <a:gd name="T14" fmla="*/ 599 w 1066"/>
                  <a:gd name="T15" fmla="*/ 361 h 621"/>
                  <a:gd name="T16" fmla="*/ 591 w 1066"/>
                  <a:gd name="T17" fmla="*/ 400 h 621"/>
                  <a:gd name="T18" fmla="*/ 577 w 1066"/>
                  <a:gd name="T19" fmla="*/ 437 h 621"/>
                  <a:gd name="T20" fmla="*/ 560 w 1066"/>
                  <a:gd name="T21" fmla="*/ 472 h 621"/>
                  <a:gd name="T22" fmla="*/ 539 w 1066"/>
                  <a:gd name="T23" fmla="*/ 503 h 621"/>
                  <a:gd name="T24" fmla="*/ 513 w 1066"/>
                  <a:gd name="T25" fmla="*/ 533 h 621"/>
                  <a:gd name="T26" fmla="*/ 485 w 1066"/>
                  <a:gd name="T27" fmla="*/ 558 h 621"/>
                  <a:gd name="T28" fmla="*/ 452 w 1066"/>
                  <a:gd name="T29" fmla="*/ 580 h 621"/>
                  <a:gd name="T30" fmla="*/ 417 w 1066"/>
                  <a:gd name="T31" fmla="*/ 597 h 621"/>
                  <a:gd name="T32" fmla="*/ 380 w 1066"/>
                  <a:gd name="T33" fmla="*/ 610 h 621"/>
                  <a:gd name="T34" fmla="*/ 341 w 1066"/>
                  <a:gd name="T35" fmla="*/ 618 h 621"/>
                  <a:gd name="T36" fmla="*/ 300 w 1066"/>
                  <a:gd name="T37" fmla="*/ 621 h 621"/>
                  <a:gd name="T38" fmla="*/ 259 w 1066"/>
                  <a:gd name="T39" fmla="*/ 618 h 621"/>
                  <a:gd name="T40" fmla="*/ 220 w 1066"/>
                  <a:gd name="T41" fmla="*/ 610 h 621"/>
                  <a:gd name="T42" fmla="*/ 184 w 1066"/>
                  <a:gd name="T43" fmla="*/ 597 h 621"/>
                  <a:gd name="T44" fmla="*/ 149 w 1066"/>
                  <a:gd name="T45" fmla="*/ 580 h 621"/>
                  <a:gd name="T46" fmla="*/ 116 w 1066"/>
                  <a:gd name="T47" fmla="*/ 558 h 621"/>
                  <a:gd name="T48" fmla="*/ 88 w 1066"/>
                  <a:gd name="T49" fmla="*/ 533 h 621"/>
                  <a:gd name="T50" fmla="*/ 62 w 1066"/>
                  <a:gd name="T51" fmla="*/ 503 h 621"/>
                  <a:gd name="T52" fmla="*/ 41 w 1066"/>
                  <a:gd name="T53" fmla="*/ 472 h 621"/>
                  <a:gd name="T54" fmla="*/ 23 w 1066"/>
                  <a:gd name="T55" fmla="*/ 437 h 621"/>
                  <a:gd name="T56" fmla="*/ 11 w 1066"/>
                  <a:gd name="T57" fmla="*/ 400 h 621"/>
                  <a:gd name="T58" fmla="*/ 3 w 1066"/>
                  <a:gd name="T59" fmla="*/ 361 h 621"/>
                  <a:gd name="T60" fmla="*/ 0 w 1066"/>
                  <a:gd name="T61" fmla="*/ 320 h 621"/>
                  <a:gd name="T62" fmla="*/ 3 w 1066"/>
                  <a:gd name="T63" fmla="*/ 279 h 621"/>
                  <a:gd name="T64" fmla="*/ 11 w 1066"/>
                  <a:gd name="T65" fmla="*/ 240 h 621"/>
                  <a:gd name="T66" fmla="*/ 23 w 1066"/>
                  <a:gd name="T67" fmla="*/ 203 h 621"/>
                  <a:gd name="T68" fmla="*/ 41 w 1066"/>
                  <a:gd name="T69" fmla="*/ 169 h 621"/>
                  <a:gd name="T70" fmla="*/ 62 w 1066"/>
                  <a:gd name="T71" fmla="*/ 136 h 621"/>
                  <a:gd name="T72" fmla="*/ 88 w 1066"/>
                  <a:gd name="T73" fmla="*/ 108 h 621"/>
                  <a:gd name="T74" fmla="*/ 116 w 1066"/>
                  <a:gd name="T75" fmla="*/ 82 h 621"/>
                  <a:gd name="T76" fmla="*/ 149 w 1066"/>
                  <a:gd name="T77" fmla="*/ 61 h 621"/>
                  <a:gd name="T78" fmla="*/ 184 w 1066"/>
                  <a:gd name="T79" fmla="*/ 43 h 621"/>
                  <a:gd name="T80" fmla="*/ 220 w 1066"/>
                  <a:gd name="T81" fmla="*/ 30 h 621"/>
                  <a:gd name="T82" fmla="*/ 259 w 1066"/>
                  <a:gd name="T83" fmla="*/ 23 h 621"/>
                  <a:gd name="T84" fmla="*/ 300 w 1066"/>
                  <a:gd name="T85" fmla="*/ 20 h 621"/>
                  <a:gd name="T86" fmla="*/ 340 w 1066"/>
                  <a:gd name="T87" fmla="*/ 22 h 621"/>
                  <a:gd name="T88" fmla="*/ 376 w 1066"/>
                  <a:gd name="T89" fmla="*/ 30 h 621"/>
                  <a:gd name="T90" fmla="*/ 412 w 1066"/>
                  <a:gd name="T91" fmla="*/ 41 h 621"/>
                  <a:gd name="T92" fmla="*/ 446 w 1066"/>
                  <a:gd name="T93" fmla="*/ 58 h 621"/>
                  <a:gd name="T94" fmla="*/ 476 w 1066"/>
                  <a:gd name="T95" fmla="*/ 77 h 621"/>
                  <a:gd name="T96" fmla="*/ 505 w 1066"/>
                  <a:gd name="T97" fmla="*/ 100 h 621"/>
                  <a:gd name="T98" fmla="*/ 530 w 1066"/>
                  <a:gd name="T99" fmla="*/ 127 h 621"/>
                  <a:gd name="T100" fmla="*/ 552 w 1066"/>
                  <a:gd name="T101" fmla="*/ 157 h 621"/>
                  <a:gd name="T102" fmla="*/ 1017 w 1066"/>
                  <a:gd name="T103" fmla="*/ 0 h 6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066" h="621">
                    <a:moveTo>
                      <a:pt x="1017" y="0"/>
                    </a:moveTo>
                    <a:lnTo>
                      <a:pt x="1030" y="49"/>
                    </a:lnTo>
                    <a:lnTo>
                      <a:pt x="1047" y="97"/>
                    </a:lnTo>
                    <a:lnTo>
                      <a:pt x="1066" y="143"/>
                    </a:lnTo>
                    <a:lnTo>
                      <a:pt x="599" y="300"/>
                    </a:lnTo>
                    <a:lnTo>
                      <a:pt x="600" y="310"/>
                    </a:lnTo>
                    <a:lnTo>
                      <a:pt x="601" y="320"/>
                    </a:lnTo>
                    <a:lnTo>
                      <a:pt x="599" y="361"/>
                    </a:lnTo>
                    <a:lnTo>
                      <a:pt x="591" y="400"/>
                    </a:lnTo>
                    <a:lnTo>
                      <a:pt x="577" y="437"/>
                    </a:lnTo>
                    <a:lnTo>
                      <a:pt x="560" y="472"/>
                    </a:lnTo>
                    <a:lnTo>
                      <a:pt x="539" y="503"/>
                    </a:lnTo>
                    <a:lnTo>
                      <a:pt x="513" y="533"/>
                    </a:lnTo>
                    <a:lnTo>
                      <a:pt x="485" y="558"/>
                    </a:lnTo>
                    <a:lnTo>
                      <a:pt x="452" y="580"/>
                    </a:lnTo>
                    <a:lnTo>
                      <a:pt x="417" y="597"/>
                    </a:lnTo>
                    <a:lnTo>
                      <a:pt x="380" y="610"/>
                    </a:lnTo>
                    <a:lnTo>
                      <a:pt x="341" y="618"/>
                    </a:lnTo>
                    <a:lnTo>
                      <a:pt x="300" y="621"/>
                    </a:lnTo>
                    <a:lnTo>
                      <a:pt x="259" y="618"/>
                    </a:lnTo>
                    <a:lnTo>
                      <a:pt x="220" y="610"/>
                    </a:lnTo>
                    <a:lnTo>
                      <a:pt x="184" y="597"/>
                    </a:lnTo>
                    <a:lnTo>
                      <a:pt x="149" y="580"/>
                    </a:lnTo>
                    <a:lnTo>
                      <a:pt x="116" y="558"/>
                    </a:lnTo>
                    <a:lnTo>
                      <a:pt x="88" y="533"/>
                    </a:lnTo>
                    <a:lnTo>
                      <a:pt x="62" y="503"/>
                    </a:lnTo>
                    <a:lnTo>
                      <a:pt x="41" y="472"/>
                    </a:lnTo>
                    <a:lnTo>
                      <a:pt x="23" y="437"/>
                    </a:lnTo>
                    <a:lnTo>
                      <a:pt x="11" y="400"/>
                    </a:lnTo>
                    <a:lnTo>
                      <a:pt x="3" y="361"/>
                    </a:lnTo>
                    <a:lnTo>
                      <a:pt x="0" y="320"/>
                    </a:lnTo>
                    <a:lnTo>
                      <a:pt x="3" y="279"/>
                    </a:lnTo>
                    <a:lnTo>
                      <a:pt x="11" y="240"/>
                    </a:lnTo>
                    <a:lnTo>
                      <a:pt x="23" y="203"/>
                    </a:lnTo>
                    <a:lnTo>
                      <a:pt x="41" y="169"/>
                    </a:lnTo>
                    <a:lnTo>
                      <a:pt x="62" y="136"/>
                    </a:lnTo>
                    <a:lnTo>
                      <a:pt x="88" y="108"/>
                    </a:lnTo>
                    <a:lnTo>
                      <a:pt x="116" y="82"/>
                    </a:lnTo>
                    <a:lnTo>
                      <a:pt x="149" y="61"/>
                    </a:lnTo>
                    <a:lnTo>
                      <a:pt x="184" y="43"/>
                    </a:lnTo>
                    <a:lnTo>
                      <a:pt x="220" y="30"/>
                    </a:lnTo>
                    <a:lnTo>
                      <a:pt x="259" y="23"/>
                    </a:lnTo>
                    <a:lnTo>
                      <a:pt x="300" y="20"/>
                    </a:lnTo>
                    <a:lnTo>
                      <a:pt x="340" y="22"/>
                    </a:lnTo>
                    <a:lnTo>
                      <a:pt x="376" y="30"/>
                    </a:lnTo>
                    <a:lnTo>
                      <a:pt x="412" y="41"/>
                    </a:lnTo>
                    <a:lnTo>
                      <a:pt x="446" y="58"/>
                    </a:lnTo>
                    <a:lnTo>
                      <a:pt x="476" y="77"/>
                    </a:lnTo>
                    <a:lnTo>
                      <a:pt x="505" y="100"/>
                    </a:lnTo>
                    <a:lnTo>
                      <a:pt x="530" y="127"/>
                    </a:lnTo>
                    <a:lnTo>
                      <a:pt x="552" y="157"/>
                    </a:lnTo>
                    <a:lnTo>
                      <a:pt x="10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8" name="Freeform 102"/>
              <p:cNvSpPr>
                <a:spLocks/>
              </p:cNvSpPr>
              <p:nvPr/>
            </p:nvSpPr>
            <p:spPr bwMode="auto">
              <a:xfrm>
                <a:off x="6470651" y="5238750"/>
                <a:ext cx="147638" cy="149225"/>
              </a:xfrm>
              <a:custGeom>
                <a:avLst/>
                <a:gdLst>
                  <a:gd name="T0" fmla="*/ 515 w 1031"/>
                  <a:gd name="T1" fmla="*/ 0 h 1031"/>
                  <a:gd name="T2" fmla="*/ 571 w 1031"/>
                  <a:gd name="T3" fmla="*/ 3 h 1031"/>
                  <a:gd name="T4" fmla="*/ 626 w 1031"/>
                  <a:gd name="T5" fmla="*/ 12 h 1031"/>
                  <a:gd name="T6" fmla="*/ 678 w 1031"/>
                  <a:gd name="T7" fmla="*/ 26 h 1031"/>
                  <a:gd name="T8" fmla="*/ 728 w 1031"/>
                  <a:gd name="T9" fmla="*/ 45 h 1031"/>
                  <a:gd name="T10" fmla="*/ 775 w 1031"/>
                  <a:gd name="T11" fmla="*/ 70 h 1031"/>
                  <a:gd name="T12" fmla="*/ 820 w 1031"/>
                  <a:gd name="T13" fmla="*/ 99 h 1031"/>
                  <a:gd name="T14" fmla="*/ 861 w 1031"/>
                  <a:gd name="T15" fmla="*/ 133 h 1031"/>
                  <a:gd name="T16" fmla="*/ 898 w 1031"/>
                  <a:gd name="T17" fmla="*/ 170 h 1031"/>
                  <a:gd name="T18" fmla="*/ 931 w 1031"/>
                  <a:gd name="T19" fmla="*/ 211 h 1031"/>
                  <a:gd name="T20" fmla="*/ 961 w 1031"/>
                  <a:gd name="T21" fmla="*/ 256 h 1031"/>
                  <a:gd name="T22" fmla="*/ 985 w 1031"/>
                  <a:gd name="T23" fmla="*/ 302 h 1031"/>
                  <a:gd name="T24" fmla="*/ 1005 w 1031"/>
                  <a:gd name="T25" fmla="*/ 352 h 1031"/>
                  <a:gd name="T26" fmla="*/ 1019 w 1031"/>
                  <a:gd name="T27" fmla="*/ 404 h 1031"/>
                  <a:gd name="T28" fmla="*/ 1028 w 1031"/>
                  <a:gd name="T29" fmla="*/ 459 h 1031"/>
                  <a:gd name="T30" fmla="*/ 1031 w 1031"/>
                  <a:gd name="T31" fmla="*/ 515 h 1031"/>
                  <a:gd name="T32" fmla="*/ 1028 w 1031"/>
                  <a:gd name="T33" fmla="*/ 571 h 1031"/>
                  <a:gd name="T34" fmla="*/ 1019 w 1031"/>
                  <a:gd name="T35" fmla="*/ 626 h 1031"/>
                  <a:gd name="T36" fmla="*/ 1005 w 1031"/>
                  <a:gd name="T37" fmla="*/ 678 h 1031"/>
                  <a:gd name="T38" fmla="*/ 985 w 1031"/>
                  <a:gd name="T39" fmla="*/ 728 h 1031"/>
                  <a:gd name="T40" fmla="*/ 961 w 1031"/>
                  <a:gd name="T41" fmla="*/ 775 h 1031"/>
                  <a:gd name="T42" fmla="*/ 931 w 1031"/>
                  <a:gd name="T43" fmla="*/ 820 h 1031"/>
                  <a:gd name="T44" fmla="*/ 898 w 1031"/>
                  <a:gd name="T45" fmla="*/ 860 h 1031"/>
                  <a:gd name="T46" fmla="*/ 861 w 1031"/>
                  <a:gd name="T47" fmla="*/ 898 h 1031"/>
                  <a:gd name="T48" fmla="*/ 820 w 1031"/>
                  <a:gd name="T49" fmla="*/ 931 h 1031"/>
                  <a:gd name="T50" fmla="*/ 775 w 1031"/>
                  <a:gd name="T51" fmla="*/ 960 h 1031"/>
                  <a:gd name="T52" fmla="*/ 728 w 1031"/>
                  <a:gd name="T53" fmla="*/ 985 h 1031"/>
                  <a:gd name="T54" fmla="*/ 678 w 1031"/>
                  <a:gd name="T55" fmla="*/ 1004 h 1031"/>
                  <a:gd name="T56" fmla="*/ 626 w 1031"/>
                  <a:gd name="T57" fmla="*/ 1018 h 1031"/>
                  <a:gd name="T58" fmla="*/ 571 w 1031"/>
                  <a:gd name="T59" fmla="*/ 1028 h 1031"/>
                  <a:gd name="T60" fmla="*/ 515 w 1031"/>
                  <a:gd name="T61" fmla="*/ 1031 h 1031"/>
                  <a:gd name="T62" fmla="*/ 459 w 1031"/>
                  <a:gd name="T63" fmla="*/ 1028 h 1031"/>
                  <a:gd name="T64" fmla="*/ 405 w 1031"/>
                  <a:gd name="T65" fmla="*/ 1018 h 1031"/>
                  <a:gd name="T66" fmla="*/ 353 w 1031"/>
                  <a:gd name="T67" fmla="*/ 1004 h 1031"/>
                  <a:gd name="T68" fmla="*/ 303 w 1031"/>
                  <a:gd name="T69" fmla="*/ 985 h 1031"/>
                  <a:gd name="T70" fmla="*/ 256 w 1031"/>
                  <a:gd name="T71" fmla="*/ 960 h 1031"/>
                  <a:gd name="T72" fmla="*/ 211 w 1031"/>
                  <a:gd name="T73" fmla="*/ 931 h 1031"/>
                  <a:gd name="T74" fmla="*/ 170 w 1031"/>
                  <a:gd name="T75" fmla="*/ 898 h 1031"/>
                  <a:gd name="T76" fmla="*/ 133 w 1031"/>
                  <a:gd name="T77" fmla="*/ 860 h 1031"/>
                  <a:gd name="T78" fmla="*/ 100 w 1031"/>
                  <a:gd name="T79" fmla="*/ 820 h 1031"/>
                  <a:gd name="T80" fmla="*/ 70 w 1031"/>
                  <a:gd name="T81" fmla="*/ 775 h 1031"/>
                  <a:gd name="T82" fmla="*/ 46 w 1031"/>
                  <a:gd name="T83" fmla="*/ 728 h 1031"/>
                  <a:gd name="T84" fmla="*/ 27 w 1031"/>
                  <a:gd name="T85" fmla="*/ 678 h 1031"/>
                  <a:gd name="T86" fmla="*/ 12 w 1031"/>
                  <a:gd name="T87" fmla="*/ 626 h 1031"/>
                  <a:gd name="T88" fmla="*/ 3 w 1031"/>
                  <a:gd name="T89" fmla="*/ 571 h 1031"/>
                  <a:gd name="T90" fmla="*/ 0 w 1031"/>
                  <a:gd name="T91" fmla="*/ 515 h 1031"/>
                  <a:gd name="T92" fmla="*/ 3 w 1031"/>
                  <a:gd name="T93" fmla="*/ 459 h 1031"/>
                  <a:gd name="T94" fmla="*/ 12 w 1031"/>
                  <a:gd name="T95" fmla="*/ 404 h 1031"/>
                  <a:gd name="T96" fmla="*/ 27 w 1031"/>
                  <a:gd name="T97" fmla="*/ 352 h 1031"/>
                  <a:gd name="T98" fmla="*/ 46 w 1031"/>
                  <a:gd name="T99" fmla="*/ 302 h 1031"/>
                  <a:gd name="T100" fmla="*/ 70 w 1031"/>
                  <a:gd name="T101" fmla="*/ 256 h 1031"/>
                  <a:gd name="T102" fmla="*/ 100 w 1031"/>
                  <a:gd name="T103" fmla="*/ 211 h 1031"/>
                  <a:gd name="T104" fmla="*/ 133 w 1031"/>
                  <a:gd name="T105" fmla="*/ 170 h 1031"/>
                  <a:gd name="T106" fmla="*/ 170 w 1031"/>
                  <a:gd name="T107" fmla="*/ 133 h 1031"/>
                  <a:gd name="T108" fmla="*/ 211 w 1031"/>
                  <a:gd name="T109" fmla="*/ 99 h 1031"/>
                  <a:gd name="T110" fmla="*/ 256 w 1031"/>
                  <a:gd name="T111" fmla="*/ 70 h 1031"/>
                  <a:gd name="T112" fmla="*/ 303 w 1031"/>
                  <a:gd name="T113" fmla="*/ 45 h 1031"/>
                  <a:gd name="T114" fmla="*/ 353 w 1031"/>
                  <a:gd name="T115" fmla="*/ 26 h 1031"/>
                  <a:gd name="T116" fmla="*/ 405 w 1031"/>
                  <a:gd name="T117" fmla="*/ 12 h 1031"/>
                  <a:gd name="T118" fmla="*/ 459 w 1031"/>
                  <a:gd name="T119" fmla="*/ 3 h 1031"/>
                  <a:gd name="T120" fmla="*/ 515 w 1031"/>
                  <a:gd name="T121" fmla="*/ 0 h 1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31" h="1031">
                    <a:moveTo>
                      <a:pt x="515" y="0"/>
                    </a:moveTo>
                    <a:lnTo>
                      <a:pt x="571" y="3"/>
                    </a:lnTo>
                    <a:lnTo>
                      <a:pt x="626" y="12"/>
                    </a:lnTo>
                    <a:lnTo>
                      <a:pt x="678" y="26"/>
                    </a:lnTo>
                    <a:lnTo>
                      <a:pt x="728" y="45"/>
                    </a:lnTo>
                    <a:lnTo>
                      <a:pt x="775" y="70"/>
                    </a:lnTo>
                    <a:lnTo>
                      <a:pt x="820" y="99"/>
                    </a:lnTo>
                    <a:lnTo>
                      <a:pt x="861" y="133"/>
                    </a:lnTo>
                    <a:lnTo>
                      <a:pt x="898" y="170"/>
                    </a:lnTo>
                    <a:lnTo>
                      <a:pt x="931" y="211"/>
                    </a:lnTo>
                    <a:lnTo>
                      <a:pt x="961" y="256"/>
                    </a:lnTo>
                    <a:lnTo>
                      <a:pt x="985" y="302"/>
                    </a:lnTo>
                    <a:lnTo>
                      <a:pt x="1005" y="352"/>
                    </a:lnTo>
                    <a:lnTo>
                      <a:pt x="1019" y="404"/>
                    </a:lnTo>
                    <a:lnTo>
                      <a:pt x="1028" y="459"/>
                    </a:lnTo>
                    <a:lnTo>
                      <a:pt x="1031" y="515"/>
                    </a:lnTo>
                    <a:lnTo>
                      <a:pt x="1028" y="571"/>
                    </a:lnTo>
                    <a:lnTo>
                      <a:pt x="1019" y="626"/>
                    </a:lnTo>
                    <a:lnTo>
                      <a:pt x="1005" y="678"/>
                    </a:lnTo>
                    <a:lnTo>
                      <a:pt x="985" y="728"/>
                    </a:lnTo>
                    <a:lnTo>
                      <a:pt x="961" y="775"/>
                    </a:lnTo>
                    <a:lnTo>
                      <a:pt x="931" y="820"/>
                    </a:lnTo>
                    <a:lnTo>
                      <a:pt x="898" y="860"/>
                    </a:lnTo>
                    <a:lnTo>
                      <a:pt x="861" y="898"/>
                    </a:lnTo>
                    <a:lnTo>
                      <a:pt x="820" y="931"/>
                    </a:lnTo>
                    <a:lnTo>
                      <a:pt x="775" y="960"/>
                    </a:lnTo>
                    <a:lnTo>
                      <a:pt x="728" y="985"/>
                    </a:lnTo>
                    <a:lnTo>
                      <a:pt x="678" y="1004"/>
                    </a:lnTo>
                    <a:lnTo>
                      <a:pt x="626" y="1018"/>
                    </a:lnTo>
                    <a:lnTo>
                      <a:pt x="571" y="1028"/>
                    </a:lnTo>
                    <a:lnTo>
                      <a:pt x="515" y="1031"/>
                    </a:lnTo>
                    <a:lnTo>
                      <a:pt x="459" y="1028"/>
                    </a:lnTo>
                    <a:lnTo>
                      <a:pt x="405" y="1018"/>
                    </a:lnTo>
                    <a:lnTo>
                      <a:pt x="353" y="1004"/>
                    </a:lnTo>
                    <a:lnTo>
                      <a:pt x="303" y="985"/>
                    </a:lnTo>
                    <a:lnTo>
                      <a:pt x="256" y="960"/>
                    </a:lnTo>
                    <a:lnTo>
                      <a:pt x="211" y="931"/>
                    </a:lnTo>
                    <a:lnTo>
                      <a:pt x="170" y="898"/>
                    </a:lnTo>
                    <a:lnTo>
                      <a:pt x="133" y="860"/>
                    </a:lnTo>
                    <a:lnTo>
                      <a:pt x="100" y="820"/>
                    </a:lnTo>
                    <a:lnTo>
                      <a:pt x="70" y="775"/>
                    </a:lnTo>
                    <a:lnTo>
                      <a:pt x="46" y="728"/>
                    </a:lnTo>
                    <a:lnTo>
                      <a:pt x="27" y="678"/>
                    </a:lnTo>
                    <a:lnTo>
                      <a:pt x="12" y="626"/>
                    </a:lnTo>
                    <a:lnTo>
                      <a:pt x="3" y="571"/>
                    </a:lnTo>
                    <a:lnTo>
                      <a:pt x="0" y="515"/>
                    </a:lnTo>
                    <a:lnTo>
                      <a:pt x="3" y="459"/>
                    </a:lnTo>
                    <a:lnTo>
                      <a:pt x="12" y="404"/>
                    </a:lnTo>
                    <a:lnTo>
                      <a:pt x="27" y="352"/>
                    </a:lnTo>
                    <a:lnTo>
                      <a:pt x="46" y="302"/>
                    </a:lnTo>
                    <a:lnTo>
                      <a:pt x="70" y="256"/>
                    </a:lnTo>
                    <a:lnTo>
                      <a:pt x="100" y="211"/>
                    </a:lnTo>
                    <a:lnTo>
                      <a:pt x="133" y="170"/>
                    </a:lnTo>
                    <a:lnTo>
                      <a:pt x="170" y="133"/>
                    </a:lnTo>
                    <a:lnTo>
                      <a:pt x="211" y="99"/>
                    </a:lnTo>
                    <a:lnTo>
                      <a:pt x="256" y="70"/>
                    </a:lnTo>
                    <a:lnTo>
                      <a:pt x="303" y="45"/>
                    </a:lnTo>
                    <a:lnTo>
                      <a:pt x="353" y="26"/>
                    </a:lnTo>
                    <a:lnTo>
                      <a:pt x="405" y="12"/>
                    </a:lnTo>
                    <a:lnTo>
                      <a:pt x="459" y="3"/>
                    </a:lnTo>
                    <a:lnTo>
                      <a:pt x="5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" name="Group 1094"/>
            <p:cNvGrpSpPr/>
            <p:nvPr/>
          </p:nvGrpSpPr>
          <p:grpSpPr>
            <a:xfrm>
              <a:off x="6561660" y="5022973"/>
              <a:ext cx="549064" cy="612133"/>
              <a:chOff x="6954838" y="4065588"/>
              <a:chExt cx="434976" cy="484940"/>
            </a:xfrm>
            <a:solidFill>
              <a:schemeClr val="bg1"/>
            </a:solidFill>
          </p:grpSpPr>
          <p:sp>
            <p:nvSpPr>
              <p:cNvPr id="61" name="Freeform 107"/>
              <p:cNvSpPr>
                <a:spLocks noEditPoints="1"/>
              </p:cNvSpPr>
              <p:nvPr/>
            </p:nvSpPr>
            <p:spPr bwMode="auto">
              <a:xfrm>
                <a:off x="7026276" y="4145715"/>
                <a:ext cx="292100" cy="404813"/>
              </a:xfrm>
              <a:custGeom>
                <a:avLst/>
                <a:gdLst>
                  <a:gd name="T0" fmla="*/ 750 w 2029"/>
                  <a:gd name="T1" fmla="*/ 299 h 2800"/>
                  <a:gd name="T2" fmla="*/ 479 w 2029"/>
                  <a:gd name="T3" fmla="*/ 466 h 2800"/>
                  <a:gd name="T4" fmla="*/ 304 w 2029"/>
                  <a:gd name="T5" fmla="*/ 723 h 2800"/>
                  <a:gd name="T6" fmla="*/ 259 w 2029"/>
                  <a:gd name="T7" fmla="*/ 1034 h 2800"/>
                  <a:gd name="T8" fmla="*/ 314 w 2029"/>
                  <a:gd name="T9" fmla="*/ 1283 h 2800"/>
                  <a:gd name="T10" fmla="*/ 414 w 2029"/>
                  <a:gd name="T11" fmla="*/ 1472 h 2800"/>
                  <a:gd name="T12" fmla="*/ 530 w 2029"/>
                  <a:gd name="T13" fmla="*/ 1646 h 2800"/>
                  <a:gd name="T14" fmla="*/ 603 w 2029"/>
                  <a:gd name="T15" fmla="*/ 1843 h 2800"/>
                  <a:gd name="T16" fmla="*/ 647 w 2029"/>
                  <a:gd name="T17" fmla="*/ 1978 h 2800"/>
                  <a:gd name="T18" fmla="*/ 1346 w 2029"/>
                  <a:gd name="T19" fmla="*/ 2011 h 2800"/>
                  <a:gd name="T20" fmla="*/ 1421 w 2029"/>
                  <a:gd name="T21" fmla="*/ 1912 h 2800"/>
                  <a:gd name="T22" fmla="*/ 1460 w 2029"/>
                  <a:gd name="T23" fmla="*/ 1721 h 2800"/>
                  <a:gd name="T24" fmla="*/ 1570 w 2029"/>
                  <a:gd name="T25" fmla="*/ 1538 h 2800"/>
                  <a:gd name="T26" fmla="*/ 1678 w 2029"/>
                  <a:gd name="T27" fmla="*/ 1364 h 2800"/>
                  <a:gd name="T28" fmla="*/ 1756 w 2029"/>
                  <a:gd name="T29" fmla="*/ 1143 h 2800"/>
                  <a:gd name="T30" fmla="*/ 1760 w 2029"/>
                  <a:gd name="T31" fmla="*/ 844 h 2800"/>
                  <a:gd name="T32" fmla="*/ 1634 w 2029"/>
                  <a:gd name="T33" fmla="*/ 559 h 2800"/>
                  <a:gd name="T34" fmla="*/ 1397 w 2029"/>
                  <a:gd name="T35" fmla="*/ 352 h 2800"/>
                  <a:gd name="T36" fmla="*/ 1084 w 2029"/>
                  <a:gd name="T37" fmla="*/ 258 h 2800"/>
                  <a:gd name="T38" fmla="*/ 1258 w 2029"/>
                  <a:gd name="T39" fmla="*/ 29 h 2800"/>
                  <a:gd name="T40" fmla="*/ 1613 w 2029"/>
                  <a:gd name="T41" fmla="*/ 188 h 2800"/>
                  <a:gd name="T42" fmla="*/ 1877 w 2029"/>
                  <a:gd name="T43" fmla="*/ 461 h 2800"/>
                  <a:gd name="T44" fmla="*/ 2015 w 2029"/>
                  <a:gd name="T45" fmla="*/ 815 h 2800"/>
                  <a:gd name="T46" fmla="*/ 2013 w 2029"/>
                  <a:gd name="T47" fmla="*/ 1166 h 2800"/>
                  <a:gd name="T48" fmla="*/ 1934 w 2029"/>
                  <a:gd name="T49" fmla="*/ 1424 h 2800"/>
                  <a:gd name="T50" fmla="*/ 1825 w 2029"/>
                  <a:gd name="T51" fmla="*/ 1617 h 2800"/>
                  <a:gd name="T52" fmla="*/ 1714 w 2029"/>
                  <a:gd name="T53" fmla="*/ 1785 h 2800"/>
                  <a:gd name="T54" fmla="*/ 1677 w 2029"/>
                  <a:gd name="T55" fmla="*/ 1934 h 2800"/>
                  <a:gd name="T56" fmla="*/ 1572 w 2029"/>
                  <a:gd name="T57" fmla="*/ 2150 h 2800"/>
                  <a:gd name="T58" fmla="*/ 1487 w 2029"/>
                  <a:gd name="T59" fmla="*/ 2294 h 2800"/>
                  <a:gd name="T60" fmla="*/ 1480 w 2029"/>
                  <a:gd name="T61" fmla="*/ 2429 h 2800"/>
                  <a:gd name="T62" fmla="*/ 1476 w 2029"/>
                  <a:gd name="T63" fmla="*/ 2492 h 2800"/>
                  <a:gd name="T64" fmla="*/ 1446 w 2029"/>
                  <a:gd name="T65" fmla="*/ 2575 h 2800"/>
                  <a:gd name="T66" fmla="*/ 1340 w 2029"/>
                  <a:gd name="T67" fmla="*/ 2666 h 2800"/>
                  <a:gd name="T68" fmla="*/ 1184 w 2029"/>
                  <a:gd name="T69" fmla="*/ 2779 h 2800"/>
                  <a:gd name="T70" fmla="*/ 891 w 2029"/>
                  <a:gd name="T71" fmla="*/ 2798 h 2800"/>
                  <a:gd name="T72" fmla="*/ 762 w 2029"/>
                  <a:gd name="T73" fmla="*/ 2698 h 2800"/>
                  <a:gd name="T74" fmla="*/ 607 w 2029"/>
                  <a:gd name="T75" fmla="*/ 2606 h 2800"/>
                  <a:gd name="T76" fmla="*/ 556 w 2029"/>
                  <a:gd name="T77" fmla="*/ 2509 h 2800"/>
                  <a:gd name="T78" fmla="*/ 551 w 2029"/>
                  <a:gd name="T79" fmla="*/ 2466 h 2800"/>
                  <a:gd name="T80" fmla="*/ 545 w 2029"/>
                  <a:gd name="T81" fmla="*/ 2350 h 2800"/>
                  <a:gd name="T82" fmla="*/ 538 w 2029"/>
                  <a:gd name="T83" fmla="*/ 2221 h 2800"/>
                  <a:gd name="T84" fmla="*/ 376 w 2029"/>
                  <a:gd name="T85" fmla="*/ 2025 h 2800"/>
                  <a:gd name="T86" fmla="*/ 340 w 2029"/>
                  <a:gd name="T87" fmla="*/ 1839 h 2800"/>
                  <a:gd name="T88" fmla="*/ 248 w 2029"/>
                  <a:gd name="T89" fmla="*/ 1682 h 2800"/>
                  <a:gd name="T90" fmla="*/ 138 w 2029"/>
                  <a:gd name="T91" fmla="*/ 1508 h 2800"/>
                  <a:gd name="T92" fmla="*/ 41 w 2029"/>
                  <a:gd name="T93" fmla="*/ 1278 h 2800"/>
                  <a:gd name="T94" fmla="*/ 0 w 2029"/>
                  <a:gd name="T95" fmla="*/ 973 h 2800"/>
                  <a:gd name="T96" fmla="*/ 80 w 2029"/>
                  <a:gd name="T97" fmla="*/ 595 h 2800"/>
                  <a:gd name="T98" fmla="*/ 298 w 2029"/>
                  <a:gd name="T99" fmla="*/ 286 h 2800"/>
                  <a:gd name="T100" fmla="*/ 621 w 2029"/>
                  <a:gd name="T101" fmla="*/ 77 h 2800"/>
                  <a:gd name="T102" fmla="*/ 1014 w 2029"/>
                  <a:gd name="T103" fmla="*/ 0 h 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029" h="2800">
                    <a:moveTo>
                      <a:pt x="1014" y="255"/>
                    </a:moveTo>
                    <a:lnTo>
                      <a:pt x="945" y="258"/>
                    </a:lnTo>
                    <a:lnTo>
                      <a:pt x="878" y="266"/>
                    </a:lnTo>
                    <a:lnTo>
                      <a:pt x="813" y="281"/>
                    </a:lnTo>
                    <a:lnTo>
                      <a:pt x="750" y="299"/>
                    </a:lnTo>
                    <a:lnTo>
                      <a:pt x="690" y="324"/>
                    </a:lnTo>
                    <a:lnTo>
                      <a:pt x="632" y="354"/>
                    </a:lnTo>
                    <a:lnTo>
                      <a:pt x="578" y="387"/>
                    </a:lnTo>
                    <a:lnTo>
                      <a:pt x="527" y="424"/>
                    </a:lnTo>
                    <a:lnTo>
                      <a:pt x="479" y="466"/>
                    </a:lnTo>
                    <a:lnTo>
                      <a:pt x="435" y="511"/>
                    </a:lnTo>
                    <a:lnTo>
                      <a:pt x="396" y="559"/>
                    </a:lnTo>
                    <a:lnTo>
                      <a:pt x="361" y="611"/>
                    </a:lnTo>
                    <a:lnTo>
                      <a:pt x="330" y="666"/>
                    </a:lnTo>
                    <a:lnTo>
                      <a:pt x="304" y="723"/>
                    </a:lnTo>
                    <a:lnTo>
                      <a:pt x="284" y="783"/>
                    </a:lnTo>
                    <a:lnTo>
                      <a:pt x="270" y="844"/>
                    </a:lnTo>
                    <a:lnTo>
                      <a:pt x="260" y="908"/>
                    </a:lnTo>
                    <a:lnTo>
                      <a:pt x="257" y="973"/>
                    </a:lnTo>
                    <a:lnTo>
                      <a:pt x="259" y="1034"/>
                    </a:lnTo>
                    <a:lnTo>
                      <a:pt x="264" y="1090"/>
                    </a:lnTo>
                    <a:lnTo>
                      <a:pt x="273" y="1143"/>
                    </a:lnTo>
                    <a:lnTo>
                      <a:pt x="284" y="1193"/>
                    </a:lnTo>
                    <a:lnTo>
                      <a:pt x="298" y="1240"/>
                    </a:lnTo>
                    <a:lnTo>
                      <a:pt x="314" y="1283"/>
                    </a:lnTo>
                    <a:lnTo>
                      <a:pt x="331" y="1325"/>
                    </a:lnTo>
                    <a:lnTo>
                      <a:pt x="351" y="1364"/>
                    </a:lnTo>
                    <a:lnTo>
                      <a:pt x="371" y="1402"/>
                    </a:lnTo>
                    <a:lnTo>
                      <a:pt x="393" y="1437"/>
                    </a:lnTo>
                    <a:lnTo>
                      <a:pt x="414" y="1472"/>
                    </a:lnTo>
                    <a:lnTo>
                      <a:pt x="437" y="1505"/>
                    </a:lnTo>
                    <a:lnTo>
                      <a:pt x="458" y="1537"/>
                    </a:lnTo>
                    <a:lnTo>
                      <a:pt x="483" y="1573"/>
                    </a:lnTo>
                    <a:lnTo>
                      <a:pt x="507" y="1610"/>
                    </a:lnTo>
                    <a:lnTo>
                      <a:pt x="530" y="1646"/>
                    </a:lnTo>
                    <a:lnTo>
                      <a:pt x="551" y="1683"/>
                    </a:lnTo>
                    <a:lnTo>
                      <a:pt x="569" y="1721"/>
                    </a:lnTo>
                    <a:lnTo>
                      <a:pt x="584" y="1760"/>
                    </a:lnTo>
                    <a:lnTo>
                      <a:pt x="595" y="1800"/>
                    </a:lnTo>
                    <a:lnTo>
                      <a:pt x="603" y="1843"/>
                    </a:lnTo>
                    <a:lnTo>
                      <a:pt x="605" y="1888"/>
                    </a:lnTo>
                    <a:lnTo>
                      <a:pt x="608" y="1912"/>
                    </a:lnTo>
                    <a:lnTo>
                      <a:pt x="617" y="1936"/>
                    </a:lnTo>
                    <a:lnTo>
                      <a:pt x="630" y="1958"/>
                    </a:lnTo>
                    <a:lnTo>
                      <a:pt x="647" y="1978"/>
                    </a:lnTo>
                    <a:lnTo>
                      <a:pt x="665" y="1996"/>
                    </a:lnTo>
                    <a:lnTo>
                      <a:pt x="683" y="2011"/>
                    </a:lnTo>
                    <a:lnTo>
                      <a:pt x="701" y="2025"/>
                    </a:lnTo>
                    <a:lnTo>
                      <a:pt x="1328" y="2025"/>
                    </a:lnTo>
                    <a:lnTo>
                      <a:pt x="1346" y="2011"/>
                    </a:lnTo>
                    <a:lnTo>
                      <a:pt x="1364" y="1996"/>
                    </a:lnTo>
                    <a:lnTo>
                      <a:pt x="1383" y="1978"/>
                    </a:lnTo>
                    <a:lnTo>
                      <a:pt x="1399" y="1958"/>
                    </a:lnTo>
                    <a:lnTo>
                      <a:pt x="1412" y="1936"/>
                    </a:lnTo>
                    <a:lnTo>
                      <a:pt x="1421" y="1912"/>
                    </a:lnTo>
                    <a:lnTo>
                      <a:pt x="1424" y="1888"/>
                    </a:lnTo>
                    <a:lnTo>
                      <a:pt x="1426" y="1843"/>
                    </a:lnTo>
                    <a:lnTo>
                      <a:pt x="1434" y="1800"/>
                    </a:lnTo>
                    <a:lnTo>
                      <a:pt x="1445" y="1760"/>
                    </a:lnTo>
                    <a:lnTo>
                      <a:pt x="1460" y="1721"/>
                    </a:lnTo>
                    <a:lnTo>
                      <a:pt x="1478" y="1684"/>
                    </a:lnTo>
                    <a:lnTo>
                      <a:pt x="1498" y="1646"/>
                    </a:lnTo>
                    <a:lnTo>
                      <a:pt x="1520" y="1610"/>
                    </a:lnTo>
                    <a:lnTo>
                      <a:pt x="1545" y="1574"/>
                    </a:lnTo>
                    <a:lnTo>
                      <a:pt x="1570" y="1538"/>
                    </a:lnTo>
                    <a:lnTo>
                      <a:pt x="1592" y="1506"/>
                    </a:lnTo>
                    <a:lnTo>
                      <a:pt x="1614" y="1473"/>
                    </a:lnTo>
                    <a:lnTo>
                      <a:pt x="1636" y="1438"/>
                    </a:lnTo>
                    <a:lnTo>
                      <a:pt x="1658" y="1402"/>
                    </a:lnTo>
                    <a:lnTo>
                      <a:pt x="1678" y="1364"/>
                    </a:lnTo>
                    <a:lnTo>
                      <a:pt x="1698" y="1325"/>
                    </a:lnTo>
                    <a:lnTo>
                      <a:pt x="1715" y="1283"/>
                    </a:lnTo>
                    <a:lnTo>
                      <a:pt x="1731" y="1240"/>
                    </a:lnTo>
                    <a:lnTo>
                      <a:pt x="1745" y="1193"/>
                    </a:lnTo>
                    <a:lnTo>
                      <a:pt x="1756" y="1143"/>
                    </a:lnTo>
                    <a:lnTo>
                      <a:pt x="1765" y="1090"/>
                    </a:lnTo>
                    <a:lnTo>
                      <a:pt x="1770" y="1034"/>
                    </a:lnTo>
                    <a:lnTo>
                      <a:pt x="1772" y="973"/>
                    </a:lnTo>
                    <a:lnTo>
                      <a:pt x="1769" y="908"/>
                    </a:lnTo>
                    <a:lnTo>
                      <a:pt x="1760" y="844"/>
                    </a:lnTo>
                    <a:lnTo>
                      <a:pt x="1745" y="782"/>
                    </a:lnTo>
                    <a:lnTo>
                      <a:pt x="1725" y="723"/>
                    </a:lnTo>
                    <a:lnTo>
                      <a:pt x="1700" y="666"/>
                    </a:lnTo>
                    <a:lnTo>
                      <a:pt x="1668" y="610"/>
                    </a:lnTo>
                    <a:lnTo>
                      <a:pt x="1634" y="559"/>
                    </a:lnTo>
                    <a:lnTo>
                      <a:pt x="1594" y="511"/>
                    </a:lnTo>
                    <a:lnTo>
                      <a:pt x="1550" y="466"/>
                    </a:lnTo>
                    <a:lnTo>
                      <a:pt x="1503" y="424"/>
                    </a:lnTo>
                    <a:lnTo>
                      <a:pt x="1451" y="386"/>
                    </a:lnTo>
                    <a:lnTo>
                      <a:pt x="1397" y="352"/>
                    </a:lnTo>
                    <a:lnTo>
                      <a:pt x="1339" y="324"/>
                    </a:lnTo>
                    <a:lnTo>
                      <a:pt x="1278" y="299"/>
                    </a:lnTo>
                    <a:lnTo>
                      <a:pt x="1216" y="281"/>
                    </a:lnTo>
                    <a:lnTo>
                      <a:pt x="1151" y="266"/>
                    </a:lnTo>
                    <a:lnTo>
                      <a:pt x="1084" y="258"/>
                    </a:lnTo>
                    <a:lnTo>
                      <a:pt x="1014" y="255"/>
                    </a:lnTo>
                    <a:close/>
                    <a:moveTo>
                      <a:pt x="1014" y="0"/>
                    </a:moveTo>
                    <a:lnTo>
                      <a:pt x="1097" y="3"/>
                    </a:lnTo>
                    <a:lnTo>
                      <a:pt x="1179" y="13"/>
                    </a:lnTo>
                    <a:lnTo>
                      <a:pt x="1258" y="29"/>
                    </a:lnTo>
                    <a:lnTo>
                      <a:pt x="1335" y="50"/>
                    </a:lnTo>
                    <a:lnTo>
                      <a:pt x="1408" y="77"/>
                    </a:lnTo>
                    <a:lnTo>
                      <a:pt x="1480" y="109"/>
                    </a:lnTo>
                    <a:lnTo>
                      <a:pt x="1548" y="147"/>
                    </a:lnTo>
                    <a:lnTo>
                      <a:pt x="1613" y="188"/>
                    </a:lnTo>
                    <a:lnTo>
                      <a:pt x="1673" y="235"/>
                    </a:lnTo>
                    <a:lnTo>
                      <a:pt x="1731" y="286"/>
                    </a:lnTo>
                    <a:lnTo>
                      <a:pt x="1783" y="340"/>
                    </a:lnTo>
                    <a:lnTo>
                      <a:pt x="1833" y="399"/>
                    </a:lnTo>
                    <a:lnTo>
                      <a:pt x="1877" y="461"/>
                    </a:lnTo>
                    <a:lnTo>
                      <a:pt x="1915" y="526"/>
                    </a:lnTo>
                    <a:lnTo>
                      <a:pt x="1949" y="595"/>
                    </a:lnTo>
                    <a:lnTo>
                      <a:pt x="1976" y="667"/>
                    </a:lnTo>
                    <a:lnTo>
                      <a:pt x="1999" y="739"/>
                    </a:lnTo>
                    <a:lnTo>
                      <a:pt x="2015" y="815"/>
                    </a:lnTo>
                    <a:lnTo>
                      <a:pt x="2025" y="893"/>
                    </a:lnTo>
                    <a:lnTo>
                      <a:pt x="2029" y="973"/>
                    </a:lnTo>
                    <a:lnTo>
                      <a:pt x="2026" y="1041"/>
                    </a:lnTo>
                    <a:lnTo>
                      <a:pt x="2021" y="1105"/>
                    </a:lnTo>
                    <a:lnTo>
                      <a:pt x="2013" y="1166"/>
                    </a:lnTo>
                    <a:lnTo>
                      <a:pt x="2001" y="1224"/>
                    </a:lnTo>
                    <a:lnTo>
                      <a:pt x="1988" y="1278"/>
                    </a:lnTo>
                    <a:lnTo>
                      <a:pt x="1972" y="1329"/>
                    </a:lnTo>
                    <a:lnTo>
                      <a:pt x="1953" y="1378"/>
                    </a:lnTo>
                    <a:lnTo>
                      <a:pt x="1934" y="1424"/>
                    </a:lnTo>
                    <a:lnTo>
                      <a:pt x="1913" y="1466"/>
                    </a:lnTo>
                    <a:lnTo>
                      <a:pt x="1892" y="1507"/>
                    </a:lnTo>
                    <a:lnTo>
                      <a:pt x="1869" y="1546"/>
                    </a:lnTo>
                    <a:lnTo>
                      <a:pt x="1847" y="1583"/>
                    </a:lnTo>
                    <a:lnTo>
                      <a:pt x="1825" y="1617"/>
                    </a:lnTo>
                    <a:lnTo>
                      <a:pt x="1803" y="1649"/>
                    </a:lnTo>
                    <a:lnTo>
                      <a:pt x="1781" y="1681"/>
                    </a:lnTo>
                    <a:lnTo>
                      <a:pt x="1756" y="1719"/>
                    </a:lnTo>
                    <a:lnTo>
                      <a:pt x="1733" y="1753"/>
                    </a:lnTo>
                    <a:lnTo>
                      <a:pt x="1714" y="1785"/>
                    </a:lnTo>
                    <a:lnTo>
                      <a:pt x="1700" y="1813"/>
                    </a:lnTo>
                    <a:lnTo>
                      <a:pt x="1689" y="1839"/>
                    </a:lnTo>
                    <a:lnTo>
                      <a:pt x="1682" y="1864"/>
                    </a:lnTo>
                    <a:lnTo>
                      <a:pt x="1680" y="1888"/>
                    </a:lnTo>
                    <a:lnTo>
                      <a:pt x="1677" y="1934"/>
                    </a:lnTo>
                    <a:lnTo>
                      <a:pt x="1667" y="1980"/>
                    </a:lnTo>
                    <a:lnTo>
                      <a:pt x="1652" y="2025"/>
                    </a:lnTo>
                    <a:lnTo>
                      <a:pt x="1630" y="2068"/>
                    </a:lnTo>
                    <a:lnTo>
                      <a:pt x="1604" y="2110"/>
                    </a:lnTo>
                    <a:lnTo>
                      <a:pt x="1572" y="2150"/>
                    </a:lnTo>
                    <a:lnTo>
                      <a:pt x="1534" y="2187"/>
                    </a:lnTo>
                    <a:lnTo>
                      <a:pt x="1491" y="2221"/>
                    </a:lnTo>
                    <a:lnTo>
                      <a:pt x="1490" y="2242"/>
                    </a:lnTo>
                    <a:lnTo>
                      <a:pt x="1489" y="2267"/>
                    </a:lnTo>
                    <a:lnTo>
                      <a:pt x="1487" y="2294"/>
                    </a:lnTo>
                    <a:lnTo>
                      <a:pt x="1486" y="2322"/>
                    </a:lnTo>
                    <a:lnTo>
                      <a:pt x="1484" y="2350"/>
                    </a:lnTo>
                    <a:lnTo>
                      <a:pt x="1483" y="2378"/>
                    </a:lnTo>
                    <a:lnTo>
                      <a:pt x="1481" y="2405"/>
                    </a:lnTo>
                    <a:lnTo>
                      <a:pt x="1480" y="2429"/>
                    </a:lnTo>
                    <a:lnTo>
                      <a:pt x="1479" y="2449"/>
                    </a:lnTo>
                    <a:lnTo>
                      <a:pt x="1478" y="2466"/>
                    </a:lnTo>
                    <a:lnTo>
                      <a:pt x="1478" y="2476"/>
                    </a:lnTo>
                    <a:lnTo>
                      <a:pt x="1476" y="2479"/>
                    </a:lnTo>
                    <a:lnTo>
                      <a:pt x="1476" y="2492"/>
                    </a:lnTo>
                    <a:lnTo>
                      <a:pt x="1474" y="2506"/>
                    </a:lnTo>
                    <a:lnTo>
                      <a:pt x="1470" y="2522"/>
                    </a:lnTo>
                    <a:lnTo>
                      <a:pt x="1465" y="2539"/>
                    </a:lnTo>
                    <a:lnTo>
                      <a:pt x="1457" y="2557"/>
                    </a:lnTo>
                    <a:lnTo>
                      <a:pt x="1446" y="2575"/>
                    </a:lnTo>
                    <a:lnTo>
                      <a:pt x="1432" y="2594"/>
                    </a:lnTo>
                    <a:lnTo>
                      <a:pt x="1416" y="2613"/>
                    </a:lnTo>
                    <a:lnTo>
                      <a:pt x="1395" y="2631"/>
                    </a:lnTo>
                    <a:lnTo>
                      <a:pt x="1370" y="2650"/>
                    </a:lnTo>
                    <a:lnTo>
                      <a:pt x="1340" y="2666"/>
                    </a:lnTo>
                    <a:lnTo>
                      <a:pt x="1307" y="2683"/>
                    </a:lnTo>
                    <a:lnTo>
                      <a:pt x="1267" y="2698"/>
                    </a:lnTo>
                    <a:lnTo>
                      <a:pt x="1244" y="2727"/>
                    </a:lnTo>
                    <a:lnTo>
                      <a:pt x="1216" y="2754"/>
                    </a:lnTo>
                    <a:lnTo>
                      <a:pt x="1184" y="2779"/>
                    </a:lnTo>
                    <a:lnTo>
                      <a:pt x="1162" y="2790"/>
                    </a:lnTo>
                    <a:lnTo>
                      <a:pt x="1138" y="2798"/>
                    </a:lnTo>
                    <a:lnTo>
                      <a:pt x="1113" y="2800"/>
                    </a:lnTo>
                    <a:lnTo>
                      <a:pt x="916" y="2800"/>
                    </a:lnTo>
                    <a:lnTo>
                      <a:pt x="891" y="2798"/>
                    </a:lnTo>
                    <a:lnTo>
                      <a:pt x="867" y="2790"/>
                    </a:lnTo>
                    <a:lnTo>
                      <a:pt x="845" y="2779"/>
                    </a:lnTo>
                    <a:lnTo>
                      <a:pt x="813" y="2754"/>
                    </a:lnTo>
                    <a:lnTo>
                      <a:pt x="785" y="2727"/>
                    </a:lnTo>
                    <a:lnTo>
                      <a:pt x="762" y="2698"/>
                    </a:lnTo>
                    <a:lnTo>
                      <a:pt x="720" y="2681"/>
                    </a:lnTo>
                    <a:lnTo>
                      <a:pt x="684" y="2664"/>
                    </a:lnTo>
                    <a:lnTo>
                      <a:pt x="653" y="2646"/>
                    </a:lnTo>
                    <a:lnTo>
                      <a:pt x="628" y="2626"/>
                    </a:lnTo>
                    <a:lnTo>
                      <a:pt x="607" y="2606"/>
                    </a:lnTo>
                    <a:lnTo>
                      <a:pt x="590" y="2585"/>
                    </a:lnTo>
                    <a:lnTo>
                      <a:pt x="578" y="2566"/>
                    </a:lnTo>
                    <a:lnTo>
                      <a:pt x="567" y="2546"/>
                    </a:lnTo>
                    <a:lnTo>
                      <a:pt x="561" y="2527"/>
                    </a:lnTo>
                    <a:lnTo>
                      <a:pt x="556" y="2509"/>
                    </a:lnTo>
                    <a:lnTo>
                      <a:pt x="554" y="2494"/>
                    </a:lnTo>
                    <a:lnTo>
                      <a:pt x="552" y="2479"/>
                    </a:lnTo>
                    <a:lnTo>
                      <a:pt x="552" y="2479"/>
                    </a:lnTo>
                    <a:lnTo>
                      <a:pt x="552" y="2476"/>
                    </a:lnTo>
                    <a:lnTo>
                      <a:pt x="551" y="2466"/>
                    </a:lnTo>
                    <a:lnTo>
                      <a:pt x="550" y="2449"/>
                    </a:lnTo>
                    <a:lnTo>
                      <a:pt x="549" y="2429"/>
                    </a:lnTo>
                    <a:lnTo>
                      <a:pt x="548" y="2405"/>
                    </a:lnTo>
                    <a:lnTo>
                      <a:pt x="546" y="2378"/>
                    </a:lnTo>
                    <a:lnTo>
                      <a:pt x="545" y="2350"/>
                    </a:lnTo>
                    <a:lnTo>
                      <a:pt x="543" y="2322"/>
                    </a:lnTo>
                    <a:lnTo>
                      <a:pt x="542" y="2294"/>
                    </a:lnTo>
                    <a:lnTo>
                      <a:pt x="540" y="2267"/>
                    </a:lnTo>
                    <a:lnTo>
                      <a:pt x="539" y="2242"/>
                    </a:lnTo>
                    <a:lnTo>
                      <a:pt x="538" y="2221"/>
                    </a:lnTo>
                    <a:lnTo>
                      <a:pt x="495" y="2187"/>
                    </a:lnTo>
                    <a:lnTo>
                      <a:pt x="457" y="2150"/>
                    </a:lnTo>
                    <a:lnTo>
                      <a:pt x="425" y="2110"/>
                    </a:lnTo>
                    <a:lnTo>
                      <a:pt x="398" y="2068"/>
                    </a:lnTo>
                    <a:lnTo>
                      <a:pt x="376" y="2025"/>
                    </a:lnTo>
                    <a:lnTo>
                      <a:pt x="362" y="1980"/>
                    </a:lnTo>
                    <a:lnTo>
                      <a:pt x="352" y="1934"/>
                    </a:lnTo>
                    <a:lnTo>
                      <a:pt x="349" y="1888"/>
                    </a:lnTo>
                    <a:lnTo>
                      <a:pt x="347" y="1864"/>
                    </a:lnTo>
                    <a:lnTo>
                      <a:pt x="340" y="1839"/>
                    </a:lnTo>
                    <a:lnTo>
                      <a:pt x="329" y="1813"/>
                    </a:lnTo>
                    <a:lnTo>
                      <a:pt x="315" y="1785"/>
                    </a:lnTo>
                    <a:lnTo>
                      <a:pt x="296" y="1753"/>
                    </a:lnTo>
                    <a:lnTo>
                      <a:pt x="274" y="1719"/>
                    </a:lnTo>
                    <a:lnTo>
                      <a:pt x="248" y="1682"/>
                    </a:lnTo>
                    <a:lnTo>
                      <a:pt x="227" y="1650"/>
                    </a:lnTo>
                    <a:lnTo>
                      <a:pt x="205" y="1617"/>
                    </a:lnTo>
                    <a:lnTo>
                      <a:pt x="182" y="1583"/>
                    </a:lnTo>
                    <a:lnTo>
                      <a:pt x="160" y="1546"/>
                    </a:lnTo>
                    <a:lnTo>
                      <a:pt x="138" y="1508"/>
                    </a:lnTo>
                    <a:lnTo>
                      <a:pt x="116" y="1466"/>
                    </a:lnTo>
                    <a:lnTo>
                      <a:pt x="95" y="1424"/>
                    </a:lnTo>
                    <a:lnTo>
                      <a:pt x="76" y="1378"/>
                    </a:lnTo>
                    <a:lnTo>
                      <a:pt x="57" y="1329"/>
                    </a:lnTo>
                    <a:lnTo>
                      <a:pt x="41" y="1278"/>
                    </a:lnTo>
                    <a:lnTo>
                      <a:pt x="28" y="1224"/>
                    </a:lnTo>
                    <a:lnTo>
                      <a:pt x="16" y="1166"/>
                    </a:lnTo>
                    <a:lnTo>
                      <a:pt x="8" y="1105"/>
                    </a:lnTo>
                    <a:lnTo>
                      <a:pt x="2" y="1041"/>
                    </a:lnTo>
                    <a:lnTo>
                      <a:pt x="0" y="973"/>
                    </a:lnTo>
                    <a:lnTo>
                      <a:pt x="4" y="893"/>
                    </a:lnTo>
                    <a:lnTo>
                      <a:pt x="14" y="815"/>
                    </a:lnTo>
                    <a:lnTo>
                      <a:pt x="30" y="739"/>
                    </a:lnTo>
                    <a:lnTo>
                      <a:pt x="53" y="667"/>
                    </a:lnTo>
                    <a:lnTo>
                      <a:pt x="80" y="595"/>
                    </a:lnTo>
                    <a:lnTo>
                      <a:pt x="114" y="526"/>
                    </a:lnTo>
                    <a:lnTo>
                      <a:pt x="152" y="461"/>
                    </a:lnTo>
                    <a:lnTo>
                      <a:pt x="196" y="399"/>
                    </a:lnTo>
                    <a:lnTo>
                      <a:pt x="246" y="340"/>
                    </a:lnTo>
                    <a:lnTo>
                      <a:pt x="298" y="286"/>
                    </a:lnTo>
                    <a:lnTo>
                      <a:pt x="356" y="235"/>
                    </a:lnTo>
                    <a:lnTo>
                      <a:pt x="416" y="188"/>
                    </a:lnTo>
                    <a:lnTo>
                      <a:pt x="481" y="147"/>
                    </a:lnTo>
                    <a:lnTo>
                      <a:pt x="549" y="109"/>
                    </a:lnTo>
                    <a:lnTo>
                      <a:pt x="621" y="77"/>
                    </a:lnTo>
                    <a:lnTo>
                      <a:pt x="695" y="50"/>
                    </a:lnTo>
                    <a:lnTo>
                      <a:pt x="771" y="29"/>
                    </a:lnTo>
                    <a:lnTo>
                      <a:pt x="850" y="13"/>
                    </a:lnTo>
                    <a:lnTo>
                      <a:pt x="932" y="3"/>
                    </a:lnTo>
                    <a:lnTo>
                      <a:pt x="10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Freeform 108"/>
              <p:cNvSpPr>
                <a:spLocks/>
              </p:cNvSpPr>
              <p:nvPr/>
            </p:nvSpPr>
            <p:spPr bwMode="auto">
              <a:xfrm>
                <a:off x="7162801" y="4065588"/>
                <a:ext cx="19050" cy="46038"/>
              </a:xfrm>
              <a:custGeom>
                <a:avLst/>
                <a:gdLst>
                  <a:gd name="T0" fmla="*/ 63 w 127"/>
                  <a:gd name="T1" fmla="*/ 0 h 318"/>
                  <a:gd name="T2" fmla="*/ 63 w 127"/>
                  <a:gd name="T3" fmla="*/ 0 h 318"/>
                  <a:gd name="T4" fmla="*/ 80 w 127"/>
                  <a:gd name="T5" fmla="*/ 2 h 318"/>
                  <a:gd name="T6" fmla="*/ 96 w 127"/>
                  <a:gd name="T7" fmla="*/ 9 h 318"/>
                  <a:gd name="T8" fmla="*/ 109 w 127"/>
                  <a:gd name="T9" fmla="*/ 19 h 318"/>
                  <a:gd name="T10" fmla="*/ 119 w 127"/>
                  <a:gd name="T11" fmla="*/ 32 h 318"/>
                  <a:gd name="T12" fmla="*/ 125 w 127"/>
                  <a:gd name="T13" fmla="*/ 47 h 318"/>
                  <a:gd name="T14" fmla="*/ 127 w 127"/>
                  <a:gd name="T15" fmla="*/ 64 h 318"/>
                  <a:gd name="T16" fmla="*/ 127 w 127"/>
                  <a:gd name="T17" fmla="*/ 254 h 318"/>
                  <a:gd name="T18" fmla="*/ 125 w 127"/>
                  <a:gd name="T19" fmla="*/ 272 h 318"/>
                  <a:gd name="T20" fmla="*/ 119 w 127"/>
                  <a:gd name="T21" fmla="*/ 286 h 318"/>
                  <a:gd name="T22" fmla="*/ 109 w 127"/>
                  <a:gd name="T23" fmla="*/ 300 h 318"/>
                  <a:gd name="T24" fmla="*/ 96 w 127"/>
                  <a:gd name="T25" fmla="*/ 309 h 318"/>
                  <a:gd name="T26" fmla="*/ 80 w 127"/>
                  <a:gd name="T27" fmla="*/ 315 h 318"/>
                  <a:gd name="T28" fmla="*/ 63 w 127"/>
                  <a:gd name="T29" fmla="*/ 318 h 318"/>
                  <a:gd name="T30" fmla="*/ 47 w 127"/>
                  <a:gd name="T31" fmla="*/ 315 h 318"/>
                  <a:gd name="T32" fmla="*/ 31 w 127"/>
                  <a:gd name="T33" fmla="*/ 309 h 318"/>
                  <a:gd name="T34" fmla="*/ 18 w 127"/>
                  <a:gd name="T35" fmla="*/ 300 h 318"/>
                  <a:gd name="T36" fmla="*/ 8 w 127"/>
                  <a:gd name="T37" fmla="*/ 286 h 318"/>
                  <a:gd name="T38" fmla="*/ 2 w 127"/>
                  <a:gd name="T39" fmla="*/ 272 h 318"/>
                  <a:gd name="T40" fmla="*/ 0 w 127"/>
                  <a:gd name="T41" fmla="*/ 254 h 318"/>
                  <a:gd name="T42" fmla="*/ 0 w 127"/>
                  <a:gd name="T43" fmla="*/ 64 h 318"/>
                  <a:gd name="T44" fmla="*/ 2 w 127"/>
                  <a:gd name="T45" fmla="*/ 47 h 318"/>
                  <a:gd name="T46" fmla="*/ 8 w 127"/>
                  <a:gd name="T47" fmla="*/ 32 h 318"/>
                  <a:gd name="T48" fmla="*/ 18 w 127"/>
                  <a:gd name="T49" fmla="*/ 19 h 318"/>
                  <a:gd name="T50" fmla="*/ 31 w 127"/>
                  <a:gd name="T51" fmla="*/ 9 h 318"/>
                  <a:gd name="T52" fmla="*/ 47 w 127"/>
                  <a:gd name="T53" fmla="*/ 2 h 318"/>
                  <a:gd name="T54" fmla="*/ 63 w 127"/>
                  <a:gd name="T55" fmla="*/ 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7" h="318">
                    <a:moveTo>
                      <a:pt x="63" y="0"/>
                    </a:moveTo>
                    <a:lnTo>
                      <a:pt x="63" y="0"/>
                    </a:lnTo>
                    <a:lnTo>
                      <a:pt x="80" y="2"/>
                    </a:lnTo>
                    <a:lnTo>
                      <a:pt x="96" y="9"/>
                    </a:lnTo>
                    <a:lnTo>
                      <a:pt x="109" y="19"/>
                    </a:lnTo>
                    <a:lnTo>
                      <a:pt x="119" y="32"/>
                    </a:lnTo>
                    <a:lnTo>
                      <a:pt x="125" y="47"/>
                    </a:lnTo>
                    <a:lnTo>
                      <a:pt x="127" y="64"/>
                    </a:lnTo>
                    <a:lnTo>
                      <a:pt x="127" y="254"/>
                    </a:lnTo>
                    <a:lnTo>
                      <a:pt x="125" y="272"/>
                    </a:lnTo>
                    <a:lnTo>
                      <a:pt x="119" y="286"/>
                    </a:lnTo>
                    <a:lnTo>
                      <a:pt x="109" y="300"/>
                    </a:lnTo>
                    <a:lnTo>
                      <a:pt x="96" y="309"/>
                    </a:lnTo>
                    <a:lnTo>
                      <a:pt x="80" y="315"/>
                    </a:lnTo>
                    <a:lnTo>
                      <a:pt x="63" y="318"/>
                    </a:lnTo>
                    <a:lnTo>
                      <a:pt x="47" y="315"/>
                    </a:lnTo>
                    <a:lnTo>
                      <a:pt x="31" y="309"/>
                    </a:lnTo>
                    <a:lnTo>
                      <a:pt x="18" y="300"/>
                    </a:lnTo>
                    <a:lnTo>
                      <a:pt x="8" y="286"/>
                    </a:lnTo>
                    <a:lnTo>
                      <a:pt x="2" y="272"/>
                    </a:lnTo>
                    <a:lnTo>
                      <a:pt x="0" y="254"/>
                    </a:lnTo>
                    <a:lnTo>
                      <a:pt x="0" y="64"/>
                    </a:lnTo>
                    <a:lnTo>
                      <a:pt x="2" y="47"/>
                    </a:lnTo>
                    <a:lnTo>
                      <a:pt x="8" y="32"/>
                    </a:lnTo>
                    <a:lnTo>
                      <a:pt x="18" y="19"/>
                    </a:lnTo>
                    <a:lnTo>
                      <a:pt x="31" y="9"/>
                    </a:lnTo>
                    <a:lnTo>
                      <a:pt x="47" y="2"/>
                    </a:lnTo>
                    <a:lnTo>
                      <a:pt x="6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Freeform 109"/>
              <p:cNvSpPr>
                <a:spLocks/>
              </p:cNvSpPr>
              <p:nvPr/>
            </p:nvSpPr>
            <p:spPr bwMode="auto">
              <a:xfrm>
                <a:off x="7059613" y="4094163"/>
                <a:ext cx="31750" cy="41275"/>
              </a:xfrm>
              <a:custGeom>
                <a:avLst/>
                <a:gdLst>
                  <a:gd name="T0" fmla="*/ 64 w 224"/>
                  <a:gd name="T1" fmla="*/ 0 h 293"/>
                  <a:gd name="T2" fmla="*/ 80 w 224"/>
                  <a:gd name="T3" fmla="*/ 2 h 293"/>
                  <a:gd name="T4" fmla="*/ 95 w 224"/>
                  <a:gd name="T5" fmla="*/ 8 h 293"/>
                  <a:gd name="T6" fmla="*/ 109 w 224"/>
                  <a:gd name="T7" fmla="*/ 18 h 293"/>
                  <a:gd name="T8" fmla="*/ 119 w 224"/>
                  <a:gd name="T9" fmla="*/ 32 h 293"/>
                  <a:gd name="T10" fmla="*/ 216 w 224"/>
                  <a:gd name="T11" fmla="*/ 197 h 293"/>
                  <a:gd name="T12" fmla="*/ 222 w 224"/>
                  <a:gd name="T13" fmla="*/ 213 h 293"/>
                  <a:gd name="T14" fmla="*/ 224 w 224"/>
                  <a:gd name="T15" fmla="*/ 230 h 293"/>
                  <a:gd name="T16" fmla="*/ 222 w 224"/>
                  <a:gd name="T17" fmla="*/ 245 h 293"/>
                  <a:gd name="T18" fmla="*/ 216 w 224"/>
                  <a:gd name="T19" fmla="*/ 261 h 293"/>
                  <a:gd name="T20" fmla="*/ 206 w 224"/>
                  <a:gd name="T21" fmla="*/ 274 h 293"/>
                  <a:gd name="T22" fmla="*/ 193 w 224"/>
                  <a:gd name="T23" fmla="*/ 285 h 293"/>
                  <a:gd name="T24" fmla="*/ 177 w 224"/>
                  <a:gd name="T25" fmla="*/ 291 h 293"/>
                  <a:gd name="T26" fmla="*/ 160 w 224"/>
                  <a:gd name="T27" fmla="*/ 293 h 293"/>
                  <a:gd name="T28" fmla="*/ 143 w 224"/>
                  <a:gd name="T29" fmla="*/ 291 h 293"/>
                  <a:gd name="T30" fmla="*/ 129 w 224"/>
                  <a:gd name="T31" fmla="*/ 285 h 293"/>
                  <a:gd name="T32" fmla="*/ 115 w 224"/>
                  <a:gd name="T33" fmla="*/ 274 h 293"/>
                  <a:gd name="T34" fmla="*/ 105 w 224"/>
                  <a:gd name="T35" fmla="*/ 261 h 293"/>
                  <a:gd name="T36" fmla="*/ 8 w 224"/>
                  <a:gd name="T37" fmla="*/ 95 h 293"/>
                  <a:gd name="T38" fmla="*/ 2 w 224"/>
                  <a:gd name="T39" fmla="*/ 80 h 293"/>
                  <a:gd name="T40" fmla="*/ 0 w 224"/>
                  <a:gd name="T41" fmla="*/ 63 h 293"/>
                  <a:gd name="T42" fmla="*/ 2 w 224"/>
                  <a:gd name="T43" fmla="*/ 48 h 293"/>
                  <a:gd name="T44" fmla="*/ 8 w 224"/>
                  <a:gd name="T45" fmla="*/ 32 h 293"/>
                  <a:gd name="T46" fmla="*/ 19 w 224"/>
                  <a:gd name="T47" fmla="*/ 19 h 293"/>
                  <a:gd name="T48" fmla="*/ 31 w 224"/>
                  <a:gd name="T49" fmla="*/ 9 h 293"/>
                  <a:gd name="T50" fmla="*/ 48 w 224"/>
                  <a:gd name="T51" fmla="*/ 2 h 293"/>
                  <a:gd name="T52" fmla="*/ 64 w 224"/>
                  <a:gd name="T53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4" h="293">
                    <a:moveTo>
                      <a:pt x="64" y="0"/>
                    </a:moveTo>
                    <a:lnTo>
                      <a:pt x="80" y="2"/>
                    </a:lnTo>
                    <a:lnTo>
                      <a:pt x="95" y="8"/>
                    </a:lnTo>
                    <a:lnTo>
                      <a:pt x="109" y="18"/>
                    </a:lnTo>
                    <a:lnTo>
                      <a:pt x="119" y="32"/>
                    </a:lnTo>
                    <a:lnTo>
                      <a:pt x="216" y="197"/>
                    </a:lnTo>
                    <a:lnTo>
                      <a:pt x="222" y="213"/>
                    </a:lnTo>
                    <a:lnTo>
                      <a:pt x="224" y="230"/>
                    </a:lnTo>
                    <a:lnTo>
                      <a:pt x="222" y="245"/>
                    </a:lnTo>
                    <a:lnTo>
                      <a:pt x="216" y="261"/>
                    </a:lnTo>
                    <a:lnTo>
                      <a:pt x="206" y="274"/>
                    </a:lnTo>
                    <a:lnTo>
                      <a:pt x="193" y="285"/>
                    </a:lnTo>
                    <a:lnTo>
                      <a:pt x="177" y="291"/>
                    </a:lnTo>
                    <a:lnTo>
                      <a:pt x="160" y="293"/>
                    </a:lnTo>
                    <a:lnTo>
                      <a:pt x="143" y="291"/>
                    </a:lnTo>
                    <a:lnTo>
                      <a:pt x="129" y="285"/>
                    </a:lnTo>
                    <a:lnTo>
                      <a:pt x="115" y="274"/>
                    </a:lnTo>
                    <a:lnTo>
                      <a:pt x="105" y="261"/>
                    </a:lnTo>
                    <a:lnTo>
                      <a:pt x="8" y="95"/>
                    </a:lnTo>
                    <a:lnTo>
                      <a:pt x="2" y="80"/>
                    </a:lnTo>
                    <a:lnTo>
                      <a:pt x="0" y="63"/>
                    </a:lnTo>
                    <a:lnTo>
                      <a:pt x="2" y="48"/>
                    </a:lnTo>
                    <a:lnTo>
                      <a:pt x="8" y="32"/>
                    </a:lnTo>
                    <a:lnTo>
                      <a:pt x="19" y="19"/>
                    </a:lnTo>
                    <a:lnTo>
                      <a:pt x="31" y="9"/>
                    </a:lnTo>
                    <a:lnTo>
                      <a:pt x="48" y="2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Freeform 110"/>
              <p:cNvSpPr>
                <a:spLocks/>
              </p:cNvSpPr>
              <p:nvPr/>
            </p:nvSpPr>
            <p:spPr bwMode="auto">
              <a:xfrm>
                <a:off x="6983413" y="4168775"/>
                <a:ext cx="41275" cy="33338"/>
              </a:xfrm>
              <a:custGeom>
                <a:avLst/>
                <a:gdLst>
                  <a:gd name="T0" fmla="*/ 64 w 294"/>
                  <a:gd name="T1" fmla="*/ 0 h 222"/>
                  <a:gd name="T2" fmla="*/ 79 w 294"/>
                  <a:gd name="T3" fmla="*/ 2 h 222"/>
                  <a:gd name="T4" fmla="*/ 96 w 294"/>
                  <a:gd name="T5" fmla="*/ 8 h 222"/>
                  <a:gd name="T6" fmla="*/ 263 w 294"/>
                  <a:gd name="T7" fmla="*/ 103 h 222"/>
                  <a:gd name="T8" fmla="*/ 276 w 294"/>
                  <a:gd name="T9" fmla="*/ 114 h 222"/>
                  <a:gd name="T10" fmla="*/ 286 w 294"/>
                  <a:gd name="T11" fmla="*/ 127 h 222"/>
                  <a:gd name="T12" fmla="*/ 292 w 294"/>
                  <a:gd name="T13" fmla="*/ 142 h 222"/>
                  <a:gd name="T14" fmla="*/ 294 w 294"/>
                  <a:gd name="T15" fmla="*/ 158 h 222"/>
                  <a:gd name="T16" fmla="*/ 292 w 294"/>
                  <a:gd name="T17" fmla="*/ 175 h 222"/>
                  <a:gd name="T18" fmla="*/ 286 w 294"/>
                  <a:gd name="T19" fmla="*/ 190 h 222"/>
                  <a:gd name="T20" fmla="*/ 275 w 294"/>
                  <a:gd name="T21" fmla="*/ 204 h 222"/>
                  <a:gd name="T22" fmla="*/ 262 w 294"/>
                  <a:gd name="T23" fmla="*/ 214 h 222"/>
                  <a:gd name="T24" fmla="*/ 246 w 294"/>
                  <a:gd name="T25" fmla="*/ 220 h 222"/>
                  <a:gd name="T26" fmla="*/ 230 w 294"/>
                  <a:gd name="T27" fmla="*/ 222 h 222"/>
                  <a:gd name="T28" fmla="*/ 213 w 294"/>
                  <a:gd name="T29" fmla="*/ 220 h 222"/>
                  <a:gd name="T30" fmla="*/ 198 w 294"/>
                  <a:gd name="T31" fmla="*/ 213 h 222"/>
                  <a:gd name="T32" fmla="*/ 31 w 294"/>
                  <a:gd name="T33" fmla="*/ 118 h 222"/>
                  <a:gd name="T34" fmla="*/ 18 w 294"/>
                  <a:gd name="T35" fmla="*/ 108 h 222"/>
                  <a:gd name="T36" fmla="*/ 8 w 294"/>
                  <a:gd name="T37" fmla="*/ 95 h 222"/>
                  <a:gd name="T38" fmla="*/ 2 w 294"/>
                  <a:gd name="T39" fmla="*/ 80 h 222"/>
                  <a:gd name="T40" fmla="*/ 0 w 294"/>
                  <a:gd name="T41" fmla="*/ 63 h 222"/>
                  <a:gd name="T42" fmla="*/ 2 w 294"/>
                  <a:gd name="T43" fmla="*/ 47 h 222"/>
                  <a:gd name="T44" fmla="*/ 8 w 294"/>
                  <a:gd name="T45" fmla="*/ 31 h 222"/>
                  <a:gd name="T46" fmla="*/ 19 w 294"/>
                  <a:gd name="T47" fmla="*/ 18 h 222"/>
                  <a:gd name="T48" fmla="*/ 32 w 294"/>
                  <a:gd name="T49" fmla="*/ 8 h 222"/>
                  <a:gd name="T50" fmla="*/ 47 w 294"/>
                  <a:gd name="T51" fmla="*/ 2 h 222"/>
                  <a:gd name="T52" fmla="*/ 64 w 294"/>
                  <a:gd name="T53" fmla="*/ 0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" h="222">
                    <a:moveTo>
                      <a:pt x="64" y="0"/>
                    </a:moveTo>
                    <a:lnTo>
                      <a:pt x="79" y="2"/>
                    </a:lnTo>
                    <a:lnTo>
                      <a:pt x="96" y="8"/>
                    </a:lnTo>
                    <a:lnTo>
                      <a:pt x="263" y="103"/>
                    </a:lnTo>
                    <a:lnTo>
                      <a:pt x="276" y="114"/>
                    </a:lnTo>
                    <a:lnTo>
                      <a:pt x="286" y="127"/>
                    </a:lnTo>
                    <a:lnTo>
                      <a:pt x="292" y="142"/>
                    </a:lnTo>
                    <a:lnTo>
                      <a:pt x="294" y="158"/>
                    </a:lnTo>
                    <a:lnTo>
                      <a:pt x="292" y="175"/>
                    </a:lnTo>
                    <a:lnTo>
                      <a:pt x="286" y="190"/>
                    </a:lnTo>
                    <a:lnTo>
                      <a:pt x="275" y="204"/>
                    </a:lnTo>
                    <a:lnTo>
                      <a:pt x="262" y="214"/>
                    </a:lnTo>
                    <a:lnTo>
                      <a:pt x="246" y="220"/>
                    </a:lnTo>
                    <a:lnTo>
                      <a:pt x="230" y="222"/>
                    </a:lnTo>
                    <a:lnTo>
                      <a:pt x="213" y="220"/>
                    </a:lnTo>
                    <a:lnTo>
                      <a:pt x="198" y="213"/>
                    </a:lnTo>
                    <a:lnTo>
                      <a:pt x="31" y="118"/>
                    </a:lnTo>
                    <a:lnTo>
                      <a:pt x="18" y="108"/>
                    </a:lnTo>
                    <a:lnTo>
                      <a:pt x="8" y="95"/>
                    </a:lnTo>
                    <a:lnTo>
                      <a:pt x="2" y="80"/>
                    </a:lnTo>
                    <a:lnTo>
                      <a:pt x="0" y="63"/>
                    </a:lnTo>
                    <a:lnTo>
                      <a:pt x="2" y="47"/>
                    </a:lnTo>
                    <a:lnTo>
                      <a:pt x="8" y="31"/>
                    </a:lnTo>
                    <a:lnTo>
                      <a:pt x="19" y="18"/>
                    </a:lnTo>
                    <a:lnTo>
                      <a:pt x="32" y="8"/>
                    </a:lnTo>
                    <a:lnTo>
                      <a:pt x="47" y="2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Freeform 111"/>
              <p:cNvSpPr>
                <a:spLocks/>
              </p:cNvSpPr>
              <p:nvPr/>
            </p:nvSpPr>
            <p:spPr bwMode="auto">
              <a:xfrm>
                <a:off x="6954838" y="4271963"/>
                <a:ext cx="46038" cy="19050"/>
              </a:xfrm>
              <a:custGeom>
                <a:avLst/>
                <a:gdLst>
                  <a:gd name="T0" fmla="*/ 64 w 321"/>
                  <a:gd name="T1" fmla="*/ 0 h 128"/>
                  <a:gd name="T2" fmla="*/ 257 w 321"/>
                  <a:gd name="T3" fmla="*/ 0 h 128"/>
                  <a:gd name="T4" fmla="*/ 273 w 321"/>
                  <a:gd name="T5" fmla="*/ 4 h 128"/>
                  <a:gd name="T6" fmla="*/ 289 w 321"/>
                  <a:gd name="T7" fmla="*/ 10 h 128"/>
                  <a:gd name="T8" fmla="*/ 302 w 321"/>
                  <a:gd name="T9" fmla="*/ 19 h 128"/>
                  <a:gd name="T10" fmla="*/ 312 w 321"/>
                  <a:gd name="T11" fmla="*/ 33 h 128"/>
                  <a:gd name="T12" fmla="*/ 318 w 321"/>
                  <a:gd name="T13" fmla="*/ 47 h 128"/>
                  <a:gd name="T14" fmla="*/ 321 w 321"/>
                  <a:gd name="T15" fmla="*/ 65 h 128"/>
                  <a:gd name="T16" fmla="*/ 318 w 321"/>
                  <a:gd name="T17" fmla="*/ 82 h 128"/>
                  <a:gd name="T18" fmla="*/ 312 w 321"/>
                  <a:gd name="T19" fmla="*/ 96 h 128"/>
                  <a:gd name="T20" fmla="*/ 302 w 321"/>
                  <a:gd name="T21" fmla="*/ 110 h 128"/>
                  <a:gd name="T22" fmla="*/ 289 w 321"/>
                  <a:gd name="T23" fmla="*/ 119 h 128"/>
                  <a:gd name="T24" fmla="*/ 273 w 321"/>
                  <a:gd name="T25" fmla="*/ 126 h 128"/>
                  <a:gd name="T26" fmla="*/ 257 w 321"/>
                  <a:gd name="T27" fmla="*/ 128 h 128"/>
                  <a:gd name="T28" fmla="*/ 64 w 321"/>
                  <a:gd name="T29" fmla="*/ 128 h 128"/>
                  <a:gd name="T30" fmla="*/ 47 w 321"/>
                  <a:gd name="T31" fmla="*/ 126 h 128"/>
                  <a:gd name="T32" fmla="*/ 32 w 321"/>
                  <a:gd name="T33" fmla="*/ 119 h 128"/>
                  <a:gd name="T34" fmla="*/ 19 w 321"/>
                  <a:gd name="T35" fmla="*/ 110 h 128"/>
                  <a:gd name="T36" fmla="*/ 9 w 321"/>
                  <a:gd name="T37" fmla="*/ 96 h 128"/>
                  <a:gd name="T38" fmla="*/ 2 w 321"/>
                  <a:gd name="T39" fmla="*/ 82 h 128"/>
                  <a:gd name="T40" fmla="*/ 0 w 321"/>
                  <a:gd name="T41" fmla="*/ 65 h 128"/>
                  <a:gd name="T42" fmla="*/ 2 w 321"/>
                  <a:gd name="T43" fmla="*/ 47 h 128"/>
                  <a:gd name="T44" fmla="*/ 9 w 321"/>
                  <a:gd name="T45" fmla="*/ 33 h 128"/>
                  <a:gd name="T46" fmla="*/ 19 w 321"/>
                  <a:gd name="T47" fmla="*/ 19 h 128"/>
                  <a:gd name="T48" fmla="*/ 32 w 321"/>
                  <a:gd name="T49" fmla="*/ 10 h 128"/>
                  <a:gd name="T50" fmla="*/ 47 w 321"/>
                  <a:gd name="T51" fmla="*/ 4 h 128"/>
                  <a:gd name="T52" fmla="*/ 64 w 321"/>
                  <a:gd name="T53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1" h="128">
                    <a:moveTo>
                      <a:pt x="64" y="0"/>
                    </a:moveTo>
                    <a:lnTo>
                      <a:pt x="257" y="0"/>
                    </a:lnTo>
                    <a:lnTo>
                      <a:pt x="273" y="4"/>
                    </a:lnTo>
                    <a:lnTo>
                      <a:pt x="289" y="10"/>
                    </a:lnTo>
                    <a:lnTo>
                      <a:pt x="302" y="19"/>
                    </a:lnTo>
                    <a:lnTo>
                      <a:pt x="312" y="33"/>
                    </a:lnTo>
                    <a:lnTo>
                      <a:pt x="318" y="47"/>
                    </a:lnTo>
                    <a:lnTo>
                      <a:pt x="321" y="65"/>
                    </a:lnTo>
                    <a:lnTo>
                      <a:pt x="318" y="82"/>
                    </a:lnTo>
                    <a:lnTo>
                      <a:pt x="312" y="96"/>
                    </a:lnTo>
                    <a:lnTo>
                      <a:pt x="302" y="110"/>
                    </a:lnTo>
                    <a:lnTo>
                      <a:pt x="289" y="119"/>
                    </a:lnTo>
                    <a:lnTo>
                      <a:pt x="273" y="126"/>
                    </a:lnTo>
                    <a:lnTo>
                      <a:pt x="257" y="128"/>
                    </a:lnTo>
                    <a:lnTo>
                      <a:pt x="64" y="128"/>
                    </a:lnTo>
                    <a:lnTo>
                      <a:pt x="47" y="126"/>
                    </a:lnTo>
                    <a:lnTo>
                      <a:pt x="32" y="119"/>
                    </a:lnTo>
                    <a:lnTo>
                      <a:pt x="19" y="110"/>
                    </a:lnTo>
                    <a:lnTo>
                      <a:pt x="9" y="96"/>
                    </a:lnTo>
                    <a:lnTo>
                      <a:pt x="2" y="82"/>
                    </a:lnTo>
                    <a:lnTo>
                      <a:pt x="0" y="65"/>
                    </a:lnTo>
                    <a:lnTo>
                      <a:pt x="2" y="47"/>
                    </a:lnTo>
                    <a:lnTo>
                      <a:pt x="9" y="33"/>
                    </a:lnTo>
                    <a:lnTo>
                      <a:pt x="19" y="19"/>
                    </a:lnTo>
                    <a:lnTo>
                      <a:pt x="32" y="10"/>
                    </a:lnTo>
                    <a:lnTo>
                      <a:pt x="47" y="4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Freeform 112"/>
              <p:cNvSpPr>
                <a:spLocks/>
              </p:cNvSpPr>
              <p:nvPr/>
            </p:nvSpPr>
            <p:spPr bwMode="auto">
              <a:xfrm>
                <a:off x="6983413" y="4362450"/>
                <a:ext cx="41275" cy="31750"/>
              </a:xfrm>
              <a:custGeom>
                <a:avLst/>
                <a:gdLst>
                  <a:gd name="T0" fmla="*/ 230 w 294"/>
                  <a:gd name="T1" fmla="*/ 0 h 224"/>
                  <a:gd name="T2" fmla="*/ 247 w 294"/>
                  <a:gd name="T3" fmla="*/ 3 h 224"/>
                  <a:gd name="T4" fmla="*/ 262 w 294"/>
                  <a:gd name="T5" fmla="*/ 9 h 224"/>
                  <a:gd name="T6" fmla="*/ 275 w 294"/>
                  <a:gd name="T7" fmla="*/ 19 h 224"/>
                  <a:gd name="T8" fmla="*/ 286 w 294"/>
                  <a:gd name="T9" fmla="*/ 33 h 224"/>
                  <a:gd name="T10" fmla="*/ 292 w 294"/>
                  <a:gd name="T11" fmla="*/ 48 h 224"/>
                  <a:gd name="T12" fmla="*/ 294 w 294"/>
                  <a:gd name="T13" fmla="*/ 65 h 224"/>
                  <a:gd name="T14" fmla="*/ 292 w 294"/>
                  <a:gd name="T15" fmla="*/ 80 h 224"/>
                  <a:gd name="T16" fmla="*/ 286 w 294"/>
                  <a:gd name="T17" fmla="*/ 96 h 224"/>
                  <a:gd name="T18" fmla="*/ 275 w 294"/>
                  <a:gd name="T19" fmla="*/ 110 h 224"/>
                  <a:gd name="T20" fmla="*/ 263 w 294"/>
                  <a:gd name="T21" fmla="*/ 120 h 224"/>
                  <a:gd name="T22" fmla="*/ 96 w 294"/>
                  <a:gd name="T23" fmla="*/ 215 h 224"/>
                  <a:gd name="T24" fmla="*/ 80 w 294"/>
                  <a:gd name="T25" fmla="*/ 221 h 224"/>
                  <a:gd name="T26" fmla="*/ 64 w 294"/>
                  <a:gd name="T27" fmla="*/ 224 h 224"/>
                  <a:gd name="T28" fmla="*/ 47 w 294"/>
                  <a:gd name="T29" fmla="*/ 221 h 224"/>
                  <a:gd name="T30" fmla="*/ 32 w 294"/>
                  <a:gd name="T31" fmla="*/ 216 h 224"/>
                  <a:gd name="T32" fmla="*/ 19 w 294"/>
                  <a:gd name="T33" fmla="*/ 205 h 224"/>
                  <a:gd name="T34" fmla="*/ 8 w 294"/>
                  <a:gd name="T35" fmla="*/ 192 h 224"/>
                  <a:gd name="T36" fmla="*/ 2 w 294"/>
                  <a:gd name="T37" fmla="*/ 176 h 224"/>
                  <a:gd name="T38" fmla="*/ 0 w 294"/>
                  <a:gd name="T39" fmla="*/ 159 h 224"/>
                  <a:gd name="T40" fmla="*/ 2 w 294"/>
                  <a:gd name="T41" fmla="*/ 144 h 224"/>
                  <a:gd name="T42" fmla="*/ 8 w 294"/>
                  <a:gd name="T43" fmla="*/ 128 h 224"/>
                  <a:gd name="T44" fmla="*/ 18 w 294"/>
                  <a:gd name="T45" fmla="*/ 116 h 224"/>
                  <a:gd name="T46" fmla="*/ 31 w 294"/>
                  <a:gd name="T47" fmla="*/ 105 h 224"/>
                  <a:gd name="T48" fmla="*/ 198 w 294"/>
                  <a:gd name="T49" fmla="*/ 10 h 224"/>
                  <a:gd name="T50" fmla="*/ 215 w 294"/>
                  <a:gd name="T51" fmla="*/ 2 h 224"/>
                  <a:gd name="T52" fmla="*/ 230 w 294"/>
                  <a:gd name="T53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" h="224">
                    <a:moveTo>
                      <a:pt x="230" y="0"/>
                    </a:moveTo>
                    <a:lnTo>
                      <a:pt x="247" y="3"/>
                    </a:lnTo>
                    <a:lnTo>
                      <a:pt x="262" y="9"/>
                    </a:lnTo>
                    <a:lnTo>
                      <a:pt x="275" y="19"/>
                    </a:lnTo>
                    <a:lnTo>
                      <a:pt x="286" y="33"/>
                    </a:lnTo>
                    <a:lnTo>
                      <a:pt x="292" y="48"/>
                    </a:lnTo>
                    <a:lnTo>
                      <a:pt x="294" y="65"/>
                    </a:lnTo>
                    <a:lnTo>
                      <a:pt x="292" y="80"/>
                    </a:lnTo>
                    <a:lnTo>
                      <a:pt x="286" y="96"/>
                    </a:lnTo>
                    <a:lnTo>
                      <a:pt x="275" y="110"/>
                    </a:lnTo>
                    <a:lnTo>
                      <a:pt x="263" y="120"/>
                    </a:lnTo>
                    <a:lnTo>
                      <a:pt x="96" y="215"/>
                    </a:lnTo>
                    <a:lnTo>
                      <a:pt x="80" y="221"/>
                    </a:lnTo>
                    <a:lnTo>
                      <a:pt x="64" y="224"/>
                    </a:lnTo>
                    <a:lnTo>
                      <a:pt x="47" y="221"/>
                    </a:lnTo>
                    <a:lnTo>
                      <a:pt x="32" y="216"/>
                    </a:lnTo>
                    <a:lnTo>
                      <a:pt x="19" y="205"/>
                    </a:lnTo>
                    <a:lnTo>
                      <a:pt x="8" y="192"/>
                    </a:lnTo>
                    <a:lnTo>
                      <a:pt x="2" y="176"/>
                    </a:lnTo>
                    <a:lnTo>
                      <a:pt x="0" y="159"/>
                    </a:lnTo>
                    <a:lnTo>
                      <a:pt x="2" y="144"/>
                    </a:lnTo>
                    <a:lnTo>
                      <a:pt x="8" y="128"/>
                    </a:lnTo>
                    <a:lnTo>
                      <a:pt x="18" y="116"/>
                    </a:lnTo>
                    <a:lnTo>
                      <a:pt x="31" y="105"/>
                    </a:lnTo>
                    <a:lnTo>
                      <a:pt x="198" y="10"/>
                    </a:lnTo>
                    <a:lnTo>
                      <a:pt x="215" y="2"/>
                    </a:lnTo>
                    <a:lnTo>
                      <a:pt x="23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Freeform 113"/>
              <p:cNvSpPr>
                <a:spLocks/>
              </p:cNvSpPr>
              <p:nvPr/>
            </p:nvSpPr>
            <p:spPr bwMode="auto">
              <a:xfrm>
                <a:off x="7319963" y="4362450"/>
                <a:ext cx="41275" cy="31750"/>
              </a:xfrm>
              <a:custGeom>
                <a:avLst/>
                <a:gdLst>
                  <a:gd name="T0" fmla="*/ 64 w 294"/>
                  <a:gd name="T1" fmla="*/ 0 h 224"/>
                  <a:gd name="T2" fmla="*/ 80 w 294"/>
                  <a:gd name="T3" fmla="*/ 2 h 224"/>
                  <a:gd name="T4" fmla="*/ 96 w 294"/>
                  <a:gd name="T5" fmla="*/ 10 h 224"/>
                  <a:gd name="T6" fmla="*/ 263 w 294"/>
                  <a:gd name="T7" fmla="*/ 105 h 224"/>
                  <a:gd name="T8" fmla="*/ 276 w 294"/>
                  <a:gd name="T9" fmla="*/ 116 h 224"/>
                  <a:gd name="T10" fmla="*/ 286 w 294"/>
                  <a:gd name="T11" fmla="*/ 128 h 224"/>
                  <a:gd name="T12" fmla="*/ 292 w 294"/>
                  <a:gd name="T13" fmla="*/ 144 h 224"/>
                  <a:gd name="T14" fmla="*/ 294 w 294"/>
                  <a:gd name="T15" fmla="*/ 159 h 224"/>
                  <a:gd name="T16" fmla="*/ 292 w 294"/>
                  <a:gd name="T17" fmla="*/ 176 h 224"/>
                  <a:gd name="T18" fmla="*/ 286 w 294"/>
                  <a:gd name="T19" fmla="*/ 192 h 224"/>
                  <a:gd name="T20" fmla="*/ 275 w 294"/>
                  <a:gd name="T21" fmla="*/ 205 h 224"/>
                  <a:gd name="T22" fmla="*/ 262 w 294"/>
                  <a:gd name="T23" fmla="*/ 216 h 224"/>
                  <a:gd name="T24" fmla="*/ 247 w 294"/>
                  <a:gd name="T25" fmla="*/ 221 h 224"/>
                  <a:gd name="T26" fmla="*/ 230 w 294"/>
                  <a:gd name="T27" fmla="*/ 224 h 224"/>
                  <a:gd name="T28" fmla="*/ 214 w 294"/>
                  <a:gd name="T29" fmla="*/ 221 h 224"/>
                  <a:gd name="T30" fmla="*/ 198 w 294"/>
                  <a:gd name="T31" fmla="*/ 215 h 224"/>
                  <a:gd name="T32" fmla="*/ 31 w 294"/>
                  <a:gd name="T33" fmla="*/ 120 h 224"/>
                  <a:gd name="T34" fmla="*/ 19 w 294"/>
                  <a:gd name="T35" fmla="*/ 110 h 224"/>
                  <a:gd name="T36" fmla="*/ 8 w 294"/>
                  <a:gd name="T37" fmla="*/ 96 h 224"/>
                  <a:gd name="T38" fmla="*/ 2 w 294"/>
                  <a:gd name="T39" fmla="*/ 80 h 224"/>
                  <a:gd name="T40" fmla="*/ 0 w 294"/>
                  <a:gd name="T41" fmla="*/ 65 h 224"/>
                  <a:gd name="T42" fmla="*/ 2 w 294"/>
                  <a:gd name="T43" fmla="*/ 48 h 224"/>
                  <a:gd name="T44" fmla="*/ 8 w 294"/>
                  <a:gd name="T45" fmla="*/ 33 h 224"/>
                  <a:gd name="T46" fmla="*/ 19 w 294"/>
                  <a:gd name="T47" fmla="*/ 19 h 224"/>
                  <a:gd name="T48" fmla="*/ 32 w 294"/>
                  <a:gd name="T49" fmla="*/ 9 h 224"/>
                  <a:gd name="T50" fmla="*/ 47 w 294"/>
                  <a:gd name="T51" fmla="*/ 3 h 224"/>
                  <a:gd name="T52" fmla="*/ 64 w 294"/>
                  <a:gd name="T53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" h="224">
                    <a:moveTo>
                      <a:pt x="64" y="0"/>
                    </a:moveTo>
                    <a:lnTo>
                      <a:pt x="80" y="2"/>
                    </a:lnTo>
                    <a:lnTo>
                      <a:pt x="96" y="10"/>
                    </a:lnTo>
                    <a:lnTo>
                      <a:pt x="263" y="105"/>
                    </a:lnTo>
                    <a:lnTo>
                      <a:pt x="276" y="116"/>
                    </a:lnTo>
                    <a:lnTo>
                      <a:pt x="286" y="128"/>
                    </a:lnTo>
                    <a:lnTo>
                      <a:pt x="292" y="144"/>
                    </a:lnTo>
                    <a:lnTo>
                      <a:pt x="294" y="159"/>
                    </a:lnTo>
                    <a:lnTo>
                      <a:pt x="292" y="176"/>
                    </a:lnTo>
                    <a:lnTo>
                      <a:pt x="286" y="192"/>
                    </a:lnTo>
                    <a:lnTo>
                      <a:pt x="275" y="205"/>
                    </a:lnTo>
                    <a:lnTo>
                      <a:pt x="262" y="216"/>
                    </a:lnTo>
                    <a:lnTo>
                      <a:pt x="247" y="221"/>
                    </a:lnTo>
                    <a:lnTo>
                      <a:pt x="230" y="224"/>
                    </a:lnTo>
                    <a:lnTo>
                      <a:pt x="214" y="221"/>
                    </a:lnTo>
                    <a:lnTo>
                      <a:pt x="198" y="215"/>
                    </a:lnTo>
                    <a:lnTo>
                      <a:pt x="31" y="120"/>
                    </a:lnTo>
                    <a:lnTo>
                      <a:pt x="19" y="110"/>
                    </a:lnTo>
                    <a:lnTo>
                      <a:pt x="8" y="96"/>
                    </a:lnTo>
                    <a:lnTo>
                      <a:pt x="2" y="80"/>
                    </a:lnTo>
                    <a:lnTo>
                      <a:pt x="0" y="65"/>
                    </a:lnTo>
                    <a:lnTo>
                      <a:pt x="2" y="48"/>
                    </a:lnTo>
                    <a:lnTo>
                      <a:pt x="8" y="33"/>
                    </a:lnTo>
                    <a:lnTo>
                      <a:pt x="19" y="19"/>
                    </a:lnTo>
                    <a:lnTo>
                      <a:pt x="32" y="9"/>
                    </a:lnTo>
                    <a:lnTo>
                      <a:pt x="47" y="3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Freeform 114"/>
              <p:cNvSpPr>
                <a:spLocks/>
              </p:cNvSpPr>
              <p:nvPr/>
            </p:nvSpPr>
            <p:spPr bwMode="auto">
              <a:xfrm>
                <a:off x="7343776" y="4271963"/>
                <a:ext cx="46038" cy="19050"/>
              </a:xfrm>
              <a:custGeom>
                <a:avLst/>
                <a:gdLst>
                  <a:gd name="T0" fmla="*/ 64 w 321"/>
                  <a:gd name="T1" fmla="*/ 0 h 128"/>
                  <a:gd name="T2" fmla="*/ 257 w 321"/>
                  <a:gd name="T3" fmla="*/ 0 h 128"/>
                  <a:gd name="T4" fmla="*/ 274 w 321"/>
                  <a:gd name="T5" fmla="*/ 4 h 128"/>
                  <a:gd name="T6" fmla="*/ 290 w 321"/>
                  <a:gd name="T7" fmla="*/ 10 h 128"/>
                  <a:gd name="T8" fmla="*/ 302 w 321"/>
                  <a:gd name="T9" fmla="*/ 19 h 128"/>
                  <a:gd name="T10" fmla="*/ 312 w 321"/>
                  <a:gd name="T11" fmla="*/ 33 h 128"/>
                  <a:gd name="T12" fmla="*/ 319 w 321"/>
                  <a:gd name="T13" fmla="*/ 47 h 128"/>
                  <a:gd name="T14" fmla="*/ 321 w 321"/>
                  <a:gd name="T15" fmla="*/ 65 h 128"/>
                  <a:gd name="T16" fmla="*/ 319 w 321"/>
                  <a:gd name="T17" fmla="*/ 82 h 128"/>
                  <a:gd name="T18" fmla="*/ 312 w 321"/>
                  <a:gd name="T19" fmla="*/ 96 h 128"/>
                  <a:gd name="T20" fmla="*/ 302 w 321"/>
                  <a:gd name="T21" fmla="*/ 110 h 128"/>
                  <a:gd name="T22" fmla="*/ 290 w 321"/>
                  <a:gd name="T23" fmla="*/ 119 h 128"/>
                  <a:gd name="T24" fmla="*/ 274 w 321"/>
                  <a:gd name="T25" fmla="*/ 126 h 128"/>
                  <a:gd name="T26" fmla="*/ 257 w 321"/>
                  <a:gd name="T27" fmla="*/ 128 h 128"/>
                  <a:gd name="T28" fmla="*/ 64 w 321"/>
                  <a:gd name="T29" fmla="*/ 128 h 128"/>
                  <a:gd name="T30" fmla="*/ 48 w 321"/>
                  <a:gd name="T31" fmla="*/ 126 h 128"/>
                  <a:gd name="T32" fmla="*/ 32 w 321"/>
                  <a:gd name="T33" fmla="*/ 119 h 128"/>
                  <a:gd name="T34" fmla="*/ 19 w 321"/>
                  <a:gd name="T35" fmla="*/ 110 h 128"/>
                  <a:gd name="T36" fmla="*/ 9 w 321"/>
                  <a:gd name="T37" fmla="*/ 96 h 128"/>
                  <a:gd name="T38" fmla="*/ 3 w 321"/>
                  <a:gd name="T39" fmla="*/ 82 h 128"/>
                  <a:gd name="T40" fmla="*/ 0 w 321"/>
                  <a:gd name="T41" fmla="*/ 65 h 128"/>
                  <a:gd name="T42" fmla="*/ 3 w 321"/>
                  <a:gd name="T43" fmla="*/ 47 h 128"/>
                  <a:gd name="T44" fmla="*/ 9 w 321"/>
                  <a:gd name="T45" fmla="*/ 33 h 128"/>
                  <a:gd name="T46" fmla="*/ 19 w 321"/>
                  <a:gd name="T47" fmla="*/ 19 h 128"/>
                  <a:gd name="T48" fmla="*/ 32 w 321"/>
                  <a:gd name="T49" fmla="*/ 10 h 128"/>
                  <a:gd name="T50" fmla="*/ 48 w 321"/>
                  <a:gd name="T51" fmla="*/ 4 h 128"/>
                  <a:gd name="T52" fmla="*/ 64 w 321"/>
                  <a:gd name="T53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1" h="128">
                    <a:moveTo>
                      <a:pt x="64" y="0"/>
                    </a:moveTo>
                    <a:lnTo>
                      <a:pt x="257" y="0"/>
                    </a:lnTo>
                    <a:lnTo>
                      <a:pt x="274" y="4"/>
                    </a:lnTo>
                    <a:lnTo>
                      <a:pt x="290" y="10"/>
                    </a:lnTo>
                    <a:lnTo>
                      <a:pt x="302" y="19"/>
                    </a:lnTo>
                    <a:lnTo>
                      <a:pt x="312" y="33"/>
                    </a:lnTo>
                    <a:lnTo>
                      <a:pt x="319" y="47"/>
                    </a:lnTo>
                    <a:lnTo>
                      <a:pt x="321" y="65"/>
                    </a:lnTo>
                    <a:lnTo>
                      <a:pt x="319" y="82"/>
                    </a:lnTo>
                    <a:lnTo>
                      <a:pt x="312" y="96"/>
                    </a:lnTo>
                    <a:lnTo>
                      <a:pt x="302" y="110"/>
                    </a:lnTo>
                    <a:lnTo>
                      <a:pt x="290" y="119"/>
                    </a:lnTo>
                    <a:lnTo>
                      <a:pt x="274" y="126"/>
                    </a:lnTo>
                    <a:lnTo>
                      <a:pt x="257" y="128"/>
                    </a:lnTo>
                    <a:lnTo>
                      <a:pt x="64" y="128"/>
                    </a:lnTo>
                    <a:lnTo>
                      <a:pt x="48" y="126"/>
                    </a:lnTo>
                    <a:lnTo>
                      <a:pt x="32" y="119"/>
                    </a:lnTo>
                    <a:lnTo>
                      <a:pt x="19" y="110"/>
                    </a:lnTo>
                    <a:lnTo>
                      <a:pt x="9" y="96"/>
                    </a:lnTo>
                    <a:lnTo>
                      <a:pt x="3" y="82"/>
                    </a:lnTo>
                    <a:lnTo>
                      <a:pt x="0" y="65"/>
                    </a:lnTo>
                    <a:lnTo>
                      <a:pt x="3" y="47"/>
                    </a:lnTo>
                    <a:lnTo>
                      <a:pt x="9" y="33"/>
                    </a:lnTo>
                    <a:lnTo>
                      <a:pt x="19" y="19"/>
                    </a:lnTo>
                    <a:lnTo>
                      <a:pt x="32" y="10"/>
                    </a:lnTo>
                    <a:lnTo>
                      <a:pt x="48" y="4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Freeform 115"/>
              <p:cNvSpPr>
                <a:spLocks/>
              </p:cNvSpPr>
              <p:nvPr/>
            </p:nvSpPr>
            <p:spPr bwMode="auto">
              <a:xfrm>
                <a:off x="7319963" y="4168775"/>
                <a:ext cx="41275" cy="33338"/>
              </a:xfrm>
              <a:custGeom>
                <a:avLst/>
                <a:gdLst>
                  <a:gd name="T0" fmla="*/ 230 w 294"/>
                  <a:gd name="T1" fmla="*/ 0 h 222"/>
                  <a:gd name="T2" fmla="*/ 247 w 294"/>
                  <a:gd name="T3" fmla="*/ 2 h 222"/>
                  <a:gd name="T4" fmla="*/ 262 w 294"/>
                  <a:gd name="T5" fmla="*/ 8 h 222"/>
                  <a:gd name="T6" fmla="*/ 275 w 294"/>
                  <a:gd name="T7" fmla="*/ 18 h 222"/>
                  <a:gd name="T8" fmla="*/ 286 w 294"/>
                  <a:gd name="T9" fmla="*/ 31 h 222"/>
                  <a:gd name="T10" fmla="*/ 292 w 294"/>
                  <a:gd name="T11" fmla="*/ 47 h 222"/>
                  <a:gd name="T12" fmla="*/ 294 w 294"/>
                  <a:gd name="T13" fmla="*/ 63 h 222"/>
                  <a:gd name="T14" fmla="*/ 292 w 294"/>
                  <a:gd name="T15" fmla="*/ 80 h 222"/>
                  <a:gd name="T16" fmla="*/ 286 w 294"/>
                  <a:gd name="T17" fmla="*/ 95 h 222"/>
                  <a:gd name="T18" fmla="*/ 276 w 294"/>
                  <a:gd name="T19" fmla="*/ 108 h 222"/>
                  <a:gd name="T20" fmla="*/ 263 w 294"/>
                  <a:gd name="T21" fmla="*/ 118 h 222"/>
                  <a:gd name="T22" fmla="*/ 96 w 294"/>
                  <a:gd name="T23" fmla="*/ 213 h 222"/>
                  <a:gd name="T24" fmla="*/ 80 w 294"/>
                  <a:gd name="T25" fmla="*/ 220 h 222"/>
                  <a:gd name="T26" fmla="*/ 64 w 294"/>
                  <a:gd name="T27" fmla="*/ 222 h 222"/>
                  <a:gd name="T28" fmla="*/ 48 w 294"/>
                  <a:gd name="T29" fmla="*/ 220 h 222"/>
                  <a:gd name="T30" fmla="*/ 32 w 294"/>
                  <a:gd name="T31" fmla="*/ 214 h 222"/>
                  <a:gd name="T32" fmla="*/ 19 w 294"/>
                  <a:gd name="T33" fmla="*/ 204 h 222"/>
                  <a:gd name="T34" fmla="*/ 8 w 294"/>
                  <a:gd name="T35" fmla="*/ 190 h 222"/>
                  <a:gd name="T36" fmla="*/ 2 w 294"/>
                  <a:gd name="T37" fmla="*/ 175 h 222"/>
                  <a:gd name="T38" fmla="*/ 0 w 294"/>
                  <a:gd name="T39" fmla="*/ 158 h 222"/>
                  <a:gd name="T40" fmla="*/ 2 w 294"/>
                  <a:gd name="T41" fmla="*/ 142 h 222"/>
                  <a:gd name="T42" fmla="*/ 8 w 294"/>
                  <a:gd name="T43" fmla="*/ 127 h 222"/>
                  <a:gd name="T44" fmla="*/ 19 w 294"/>
                  <a:gd name="T45" fmla="*/ 114 h 222"/>
                  <a:gd name="T46" fmla="*/ 31 w 294"/>
                  <a:gd name="T47" fmla="*/ 103 h 222"/>
                  <a:gd name="T48" fmla="*/ 198 w 294"/>
                  <a:gd name="T49" fmla="*/ 8 h 222"/>
                  <a:gd name="T50" fmla="*/ 215 w 294"/>
                  <a:gd name="T51" fmla="*/ 2 h 222"/>
                  <a:gd name="T52" fmla="*/ 230 w 294"/>
                  <a:gd name="T53" fmla="*/ 0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" h="222">
                    <a:moveTo>
                      <a:pt x="230" y="0"/>
                    </a:moveTo>
                    <a:lnTo>
                      <a:pt x="247" y="2"/>
                    </a:lnTo>
                    <a:lnTo>
                      <a:pt x="262" y="8"/>
                    </a:lnTo>
                    <a:lnTo>
                      <a:pt x="275" y="18"/>
                    </a:lnTo>
                    <a:lnTo>
                      <a:pt x="286" y="31"/>
                    </a:lnTo>
                    <a:lnTo>
                      <a:pt x="292" y="47"/>
                    </a:lnTo>
                    <a:lnTo>
                      <a:pt x="294" y="63"/>
                    </a:lnTo>
                    <a:lnTo>
                      <a:pt x="292" y="80"/>
                    </a:lnTo>
                    <a:lnTo>
                      <a:pt x="286" y="95"/>
                    </a:lnTo>
                    <a:lnTo>
                      <a:pt x="276" y="108"/>
                    </a:lnTo>
                    <a:lnTo>
                      <a:pt x="263" y="118"/>
                    </a:lnTo>
                    <a:lnTo>
                      <a:pt x="96" y="213"/>
                    </a:lnTo>
                    <a:lnTo>
                      <a:pt x="80" y="220"/>
                    </a:lnTo>
                    <a:lnTo>
                      <a:pt x="64" y="222"/>
                    </a:lnTo>
                    <a:lnTo>
                      <a:pt x="48" y="220"/>
                    </a:lnTo>
                    <a:lnTo>
                      <a:pt x="32" y="214"/>
                    </a:lnTo>
                    <a:lnTo>
                      <a:pt x="19" y="204"/>
                    </a:lnTo>
                    <a:lnTo>
                      <a:pt x="8" y="190"/>
                    </a:lnTo>
                    <a:lnTo>
                      <a:pt x="2" y="175"/>
                    </a:lnTo>
                    <a:lnTo>
                      <a:pt x="0" y="158"/>
                    </a:lnTo>
                    <a:lnTo>
                      <a:pt x="2" y="142"/>
                    </a:lnTo>
                    <a:lnTo>
                      <a:pt x="8" y="127"/>
                    </a:lnTo>
                    <a:lnTo>
                      <a:pt x="19" y="114"/>
                    </a:lnTo>
                    <a:lnTo>
                      <a:pt x="31" y="103"/>
                    </a:lnTo>
                    <a:lnTo>
                      <a:pt x="198" y="8"/>
                    </a:lnTo>
                    <a:lnTo>
                      <a:pt x="215" y="2"/>
                    </a:lnTo>
                    <a:lnTo>
                      <a:pt x="23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Freeform 116"/>
              <p:cNvSpPr>
                <a:spLocks/>
              </p:cNvSpPr>
              <p:nvPr/>
            </p:nvSpPr>
            <p:spPr bwMode="auto">
              <a:xfrm>
                <a:off x="7253288" y="4094163"/>
                <a:ext cx="31750" cy="41275"/>
              </a:xfrm>
              <a:custGeom>
                <a:avLst/>
                <a:gdLst>
                  <a:gd name="T0" fmla="*/ 159 w 224"/>
                  <a:gd name="T1" fmla="*/ 0 h 292"/>
                  <a:gd name="T2" fmla="*/ 176 w 224"/>
                  <a:gd name="T3" fmla="*/ 2 h 292"/>
                  <a:gd name="T4" fmla="*/ 192 w 224"/>
                  <a:gd name="T5" fmla="*/ 9 h 292"/>
                  <a:gd name="T6" fmla="*/ 205 w 224"/>
                  <a:gd name="T7" fmla="*/ 19 h 292"/>
                  <a:gd name="T8" fmla="*/ 216 w 224"/>
                  <a:gd name="T9" fmla="*/ 32 h 292"/>
                  <a:gd name="T10" fmla="*/ 222 w 224"/>
                  <a:gd name="T11" fmla="*/ 48 h 292"/>
                  <a:gd name="T12" fmla="*/ 224 w 224"/>
                  <a:gd name="T13" fmla="*/ 63 h 292"/>
                  <a:gd name="T14" fmla="*/ 222 w 224"/>
                  <a:gd name="T15" fmla="*/ 80 h 292"/>
                  <a:gd name="T16" fmla="*/ 216 w 224"/>
                  <a:gd name="T17" fmla="*/ 95 h 292"/>
                  <a:gd name="T18" fmla="*/ 119 w 224"/>
                  <a:gd name="T19" fmla="*/ 261 h 292"/>
                  <a:gd name="T20" fmla="*/ 109 w 224"/>
                  <a:gd name="T21" fmla="*/ 274 h 292"/>
                  <a:gd name="T22" fmla="*/ 95 w 224"/>
                  <a:gd name="T23" fmla="*/ 285 h 292"/>
                  <a:gd name="T24" fmla="*/ 81 w 224"/>
                  <a:gd name="T25" fmla="*/ 290 h 292"/>
                  <a:gd name="T26" fmla="*/ 64 w 224"/>
                  <a:gd name="T27" fmla="*/ 292 h 292"/>
                  <a:gd name="T28" fmla="*/ 48 w 224"/>
                  <a:gd name="T29" fmla="*/ 290 h 292"/>
                  <a:gd name="T30" fmla="*/ 32 w 224"/>
                  <a:gd name="T31" fmla="*/ 284 h 292"/>
                  <a:gd name="T32" fmla="*/ 18 w 224"/>
                  <a:gd name="T33" fmla="*/ 273 h 292"/>
                  <a:gd name="T34" fmla="*/ 8 w 224"/>
                  <a:gd name="T35" fmla="*/ 261 h 292"/>
                  <a:gd name="T36" fmla="*/ 2 w 224"/>
                  <a:gd name="T37" fmla="*/ 245 h 292"/>
                  <a:gd name="T38" fmla="*/ 0 w 224"/>
                  <a:gd name="T39" fmla="*/ 230 h 292"/>
                  <a:gd name="T40" fmla="*/ 2 w 224"/>
                  <a:gd name="T41" fmla="*/ 213 h 292"/>
                  <a:gd name="T42" fmla="*/ 8 w 224"/>
                  <a:gd name="T43" fmla="*/ 197 h 292"/>
                  <a:gd name="T44" fmla="*/ 105 w 224"/>
                  <a:gd name="T45" fmla="*/ 32 h 292"/>
                  <a:gd name="T46" fmla="*/ 115 w 224"/>
                  <a:gd name="T47" fmla="*/ 18 h 292"/>
                  <a:gd name="T48" fmla="*/ 129 w 224"/>
                  <a:gd name="T49" fmla="*/ 8 h 292"/>
                  <a:gd name="T50" fmla="*/ 144 w 224"/>
                  <a:gd name="T51" fmla="*/ 2 h 292"/>
                  <a:gd name="T52" fmla="*/ 159 w 224"/>
                  <a:gd name="T53" fmla="*/ 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4" h="292">
                    <a:moveTo>
                      <a:pt x="159" y="0"/>
                    </a:moveTo>
                    <a:lnTo>
                      <a:pt x="176" y="2"/>
                    </a:lnTo>
                    <a:lnTo>
                      <a:pt x="192" y="9"/>
                    </a:lnTo>
                    <a:lnTo>
                      <a:pt x="205" y="19"/>
                    </a:lnTo>
                    <a:lnTo>
                      <a:pt x="216" y="32"/>
                    </a:lnTo>
                    <a:lnTo>
                      <a:pt x="222" y="48"/>
                    </a:lnTo>
                    <a:lnTo>
                      <a:pt x="224" y="63"/>
                    </a:lnTo>
                    <a:lnTo>
                      <a:pt x="222" y="80"/>
                    </a:lnTo>
                    <a:lnTo>
                      <a:pt x="216" y="95"/>
                    </a:lnTo>
                    <a:lnTo>
                      <a:pt x="119" y="261"/>
                    </a:lnTo>
                    <a:lnTo>
                      <a:pt x="109" y="274"/>
                    </a:lnTo>
                    <a:lnTo>
                      <a:pt x="95" y="285"/>
                    </a:lnTo>
                    <a:lnTo>
                      <a:pt x="81" y="290"/>
                    </a:lnTo>
                    <a:lnTo>
                      <a:pt x="64" y="292"/>
                    </a:lnTo>
                    <a:lnTo>
                      <a:pt x="48" y="290"/>
                    </a:lnTo>
                    <a:lnTo>
                      <a:pt x="32" y="284"/>
                    </a:lnTo>
                    <a:lnTo>
                      <a:pt x="18" y="273"/>
                    </a:lnTo>
                    <a:lnTo>
                      <a:pt x="8" y="261"/>
                    </a:lnTo>
                    <a:lnTo>
                      <a:pt x="2" y="245"/>
                    </a:lnTo>
                    <a:lnTo>
                      <a:pt x="0" y="230"/>
                    </a:lnTo>
                    <a:lnTo>
                      <a:pt x="2" y="213"/>
                    </a:lnTo>
                    <a:lnTo>
                      <a:pt x="8" y="197"/>
                    </a:lnTo>
                    <a:lnTo>
                      <a:pt x="105" y="32"/>
                    </a:lnTo>
                    <a:lnTo>
                      <a:pt x="115" y="18"/>
                    </a:lnTo>
                    <a:lnTo>
                      <a:pt x="129" y="8"/>
                    </a:lnTo>
                    <a:lnTo>
                      <a:pt x="144" y="2"/>
                    </a:lnTo>
                    <a:lnTo>
                      <a:pt x="15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" name="Freeform 117"/>
              <p:cNvSpPr>
                <a:spLocks/>
              </p:cNvSpPr>
              <p:nvPr/>
            </p:nvSpPr>
            <p:spPr bwMode="auto">
              <a:xfrm>
                <a:off x="7150101" y="4205288"/>
                <a:ext cx="44450" cy="142875"/>
              </a:xfrm>
              <a:custGeom>
                <a:avLst/>
                <a:gdLst>
                  <a:gd name="T0" fmla="*/ 154 w 308"/>
                  <a:gd name="T1" fmla="*/ 0 h 991"/>
                  <a:gd name="T2" fmla="*/ 186 w 308"/>
                  <a:gd name="T3" fmla="*/ 2 h 991"/>
                  <a:gd name="T4" fmla="*/ 213 w 308"/>
                  <a:gd name="T5" fmla="*/ 8 h 991"/>
                  <a:gd name="T6" fmla="*/ 238 w 308"/>
                  <a:gd name="T7" fmla="*/ 17 h 991"/>
                  <a:gd name="T8" fmla="*/ 259 w 308"/>
                  <a:gd name="T9" fmla="*/ 30 h 991"/>
                  <a:gd name="T10" fmla="*/ 277 w 308"/>
                  <a:gd name="T11" fmla="*/ 47 h 991"/>
                  <a:gd name="T12" fmla="*/ 291 w 308"/>
                  <a:gd name="T13" fmla="*/ 67 h 991"/>
                  <a:gd name="T14" fmla="*/ 301 w 308"/>
                  <a:gd name="T15" fmla="*/ 91 h 991"/>
                  <a:gd name="T16" fmla="*/ 306 w 308"/>
                  <a:gd name="T17" fmla="*/ 119 h 991"/>
                  <a:gd name="T18" fmla="*/ 308 w 308"/>
                  <a:gd name="T19" fmla="*/ 150 h 991"/>
                  <a:gd name="T20" fmla="*/ 308 w 308"/>
                  <a:gd name="T21" fmla="*/ 375 h 991"/>
                  <a:gd name="T22" fmla="*/ 307 w 308"/>
                  <a:gd name="T23" fmla="*/ 405 h 991"/>
                  <a:gd name="T24" fmla="*/ 304 w 308"/>
                  <a:gd name="T25" fmla="*/ 435 h 991"/>
                  <a:gd name="T26" fmla="*/ 301 w 308"/>
                  <a:gd name="T27" fmla="*/ 466 h 991"/>
                  <a:gd name="T28" fmla="*/ 240 w 308"/>
                  <a:gd name="T29" fmla="*/ 920 h 991"/>
                  <a:gd name="T30" fmla="*/ 236 w 308"/>
                  <a:gd name="T31" fmla="*/ 942 h 991"/>
                  <a:gd name="T32" fmla="*/ 229 w 308"/>
                  <a:gd name="T33" fmla="*/ 959 h 991"/>
                  <a:gd name="T34" fmla="*/ 219 w 308"/>
                  <a:gd name="T35" fmla="*/ 972 h 991"/>
                  <a:gd name="T36" fmla="*/ 207 w 308"/>
                  <a:gd name="T37" fmla="*/ 981 h 991"/>
                  <a:gd name="T38" fmla="*/ 192 w 308"/>
                  <a:gd name="T39" fmla="*/ 987 h 991"/>
                  <a:gd name="T40" fmla="*/ 174 w 308"/>
                  <a:gd name="T41" fmla="*/ 990 h 991"/>
                  <a:gd name="T42" fmla="*/ 154 w 308"/>
                  <a:gd name="T43" fmla="*/ 991 h 991"/>
                  <a:gd name="T44" fmla="*/ 135 w 308"/>
                  <a:gd name="T45" fmla="*/ 990 h 991"/>
                  <a:gd name="T46" fmla="*/ 117 w 308"/>
                  <a:gd name="T47" fmla="*/ 987 h 991"/>
                  <a:gd name="T48" fmla="*/ 102 w 308"/>
                  <a:gd name="T49" fmla="*/ 981 h 991"/>
                  <a:gd name="T50" fmla="*/ 90 w 308"/>
                  <a:gd name="T51" fmla="*/ 972 h 991"/>
                  <a:gd name="T52" fmla="*/ 80 w 308"/>
                  <a:gd name="T53" fmla="*/ 959 h 991"/>
                  <a:gd name="T54" fmla="*/ 73 w 308"/>
                  <a:gd name="T55" fmla="*/ 942 h 991"/>
                  <a:gd name="T56" fmla="*/ 69 w 308"/>
                  <a:gd name="T57" fmla="*/ 920 h 991"/>
                  <a:gd name="T58" fmla="*/ 8 w 308"/>
                  <a:gd name="T59" fmla="*/ 466 h 991"/>
                  <a:gd name="T60" fmla="*/ 5 w 308"/>
                  <a:gd name="T61" fmla="*/ 435 h 991"/>
                  <a:gd name="T62" fmla="*/ 2 w 308"/>
                  <a:gd name="T63" fmla="*/ 405 h 991"/>
                  <a:gd name="T64" fmla="*/ 0 w 308"/>
                  <a:gd name="T65" fmla="*/ 375 h 991"/>
                  <a:gd name="T66" fmla="*/ 0 w 308"/>
                  <a:gd name="T67" fmla="*/ 150 h 991"/>
                  <a:gd name="T68" fmla="*/ 3 w 308"/>
                  <a:gd name="T69" fmla="*/ 119 h 991"/>
                  <a:gd name="T70" fmla="*/ 8 w 308"/>
                  <a:gd name="T71" fmla="*/ 91 h 991"/>
                  <a:gd name="T72" fmla="*/ 18 w 308"/>
                  <a:gd name="T73" fmla="*/ 67 h 991"/>
                  <a:gd name="T74" fmla="*/ 32 w 308"/>
                  <a:gd name="T75" fmla="*/ 47 h 991"/>
                  <a:gd name="T76" fmla="*/ 50 w 308"/>
                  <a:gd name="T77" fmla="*/ 30 h 991"/>
                  <a:gd name="T78" fmla="*/ 71 w 308"/>
                  <a:gd name="T79" fmla="*/ 17 h 991"/>
                  <a:gd name="T80" fmla="*/ 96 w 308"/>
                  <a:gd name="T81" fmla="*/ 8 h 991"/>
                  <a:gd name="T82" fmla="*/ 123 w 308"/>
                  <a:gd name="T83" fmla="*/ 2 h 991"/>
                  <a:gd name="T84" fmla="*/ 154 w 308"/>
                  <a:gd name="T85" fmla="*/ 0 h 9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08" h="991">
                    <a:moveTo>
                      <a:pt x="154" y="0"/>
                    </a:moveTo>
                    <a:lnTo>
                      <a:pt x="186" y="2"/>
                    </a:lnTo>
                    <a:lnTo>
                      <a:pt x="213" y="8"/>
                    </a:lnTo>
                    <a:lnTo>
                      <a:pt x="238" y="17"/>
                    </a:lnTo>
                    <a:lnTo>
                      <a:pt x="259" y="30"/>
                    </a:lnTo>
                    <a:lnTo>
                      <a:pt x="277" y="47"/>
                    </a:lnTo>
                    <a:lnTo>
                      <a:pt x="291" y="67"/>
                    </a:lnTo>
                    <a:lnTo>
                      <a:pt x="301" y="91"/>
                    </a:lnTo>
                    <a:lnTo>
                      <a:pt x="306" y="119"/>
                    </a:lnTo>
                    <a:lnTo>
                      <a:pt x="308" y="150"/>
                    </a:lnTo>
                    <a:lnTo>
                      <a:pt x="308" y="375"/>
                    </a:lnTo>
                    <a:lnTo>
                      <a:pt x="307" y="405"/>
                    </a:lnTo>
                    <a:lnTo>
                      <a:pt x="304" y="435"/>
                    </a:lnTo>
                    <a:lnTo>
                      <a:pt x="301" y="466"/>
                    </a:lnTo>
                    <a:lnTo>
                      <a:pt x="240" y="920"/>
                    </a:lnTo>
                    <a:lnTo>
                      <a:pt x="236" y="942"/>
                    </a:lnTo>
                    <a:lnTo>
                      <a:pt x="229" y="959"/>
                    </a:lnTo>
                    <a:lnTo>
                      <a:pt x="219" y="972"/>
                    </a:lnTo>
                    <a:lnTo>
                      <a:pt x="207" y="981"/>
                    </a:lnTo>
                    <a:lnTo>
                      <a:pt x="192" y="987"/>
                    </a:lnTo>
                    <a:lnTo>
                      <a:pt x="174" y="990"/>
                    </a:lnTo>
                    <a:lnTo>
                      <a:pt x="154" y="991"/>
                    </a:lnTo>
                    <a:lnTo>
                      <a:pt x="135" y="990"/>
                    </a:lnTo>
                    <a:lnTo>
                      <a:pt x="117" y="987"/>
                    </a:lnTo>
                    <a:lnTo>
                      <a:pt x="102" y="981"/>
                    </a:lnTo>
                    <a:lnTo>
                      <a:pt x="90" y="972"/>
                    </a:lnTo>
                    <a:lnTo>
                      <a:pt x="80" y="959"/>
                    </a:lnTo>
                    <a:lnTo>
                      <a:pt x="73" y="942"/>
                    </a:lnTo>
                    <a:lnTo>
                      <a:pt x="69" y="920"/>
                    </a:lnTo>
                    <a:lnTo>
                      <a:pt x="8" y="466"/>
                    </a:lnTo>
                    <a:lnTo>
                      <a:pt x="5" y="435"/>
                    </a:lnTo>
                    <a:lnTo>
                      <a:pt x="2" y="405"/>
                    </a:lnTo>
                    <a:lnTo>
                      <a:pt x="0" y="375"/>
                    </a:lnTo>
                    <a:lnTo>
                      <a:pt x="0" y="150"/>
                    </a:lnTo>
                    <a:lnTo>
                      <a:pt x="3" y="119"/>
                    </a:lnTo>
                    <a:lnTo>
                      <a:pt x="8" y="91"/>
                    </a:lnTo>
                    <a:lnTo>
                      <a:pt x="18" y="67"/>
                    </a:lnTo>
                    <a:lnTo>
                      <a:pt x="32" y="47"/>
                    </a:lnTo>
                    <a:lnTo>
                      <a:pt x="50" y="30"/>
                    </a:lnTo>
                    <a:lnTo>
                      <a:pt x="71" y="17"/>
                    </a:lnTo>
                    <a:lnTo>
                      <a:pt x="96" y="8"/>
                    </a:lnTo>
                    <a:lnTo>
                      <a:pt x="123" y="2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Freeform 118"/>
              <p:cNvSpPr>
                <a:spLocks/>
              </p:cNvSpPr>
              <p:nvPr/>
            </p:nvSpPr>
            <p:spPr bwMode="auto">
              <a:xfrm>
                <a:off x="7148513" y="4365625"/>
                <a:ext cx="47625" cy="46038"/>
              </a:xfrm>
              <a:custGeom>
                <a:avLst/>
                <a:gdLst>
                  <a:gd name="T0" fmla="*/ 160 w 321"/>
                  <a:gd name="T1" fmla="*/ 0 h 319"/>
                  <a:gd name="T2" fmla="*/ 193 w 321"/>
                  <a:gd name="T3" fmla="*/ 4 h 319"/>
                  <a:gd name="T4" fmla="*/ 222 w 321"/>
                  <a:gd name="T5" fmla="*/ 14 h 319"/>
                  <a:gd name="T6" fmla="*/ 250 w 321"/>
                  <a:gd name="T7" fmla="*/ 28 h 319"/>
                  <a:gd name="T8" fmla="*/ 274 w 321"/>
                  <a:gd name="T9" fmla="*/ 47 h 319"/>
                  <a:gd name="T10" fmla="*/ 294 w 321"/>
                  <a:gd name="T11" fmla="*/ 71 h 319"/>
                  <a:gd name="T12" fmla="*/ 308 w 321"/>
                  <a:gd name="T13" fmla="*/ 98 h 319"/>
                  <a:gd name="T14" fmla="*/ 318 w 321"/>
                  <a:gd name="T15" fmla="*/ 128 h 319"/>
                  <a:gd name="T16" fmla="*/ 321 w 321"/>
                  <a:gd name="T17" fmla="*/ 159 h 319"/>
                  <a:gd name="T18" fmla="*/ 318 w 321"/>
                  <a:gd name="T19" fmla="*/ 192 h 319"/>
                  <a:gd name="T20" fmla="*/ 308 w 321"/>
                  <a:gd name="T21" fmla="*/ 222 h 319"/>
                  <a:gd name="T22" fmla="*/ 294 w 321"/>
                  <a:gd name="T23" fmla="*/ 249 h 319"/>
                  <a:gd name="T24" fmla="*/ 274 w 321"/>
                  <a:gd name="T25" fmla="*/ 272 h 319"/>
                  <a:gd name="T26" fmla="*/ 250 w 321"/>
                  <a:gd name="T27" fmla="*/ 291 h 319"/>
                  <a:gd name="T28" fmla="*/ 222 w 321"/>
                  <a:gd name="T29" fmla="*/ 306 h 319"/>
                  <a:gd name="T30" fmla="*/ 193 w 321"/>
                  <a:gd name="T31" fmla="*/ 315 h 319"/>
                  <a:gd name="T32" fmla="*/ 160 w 321"/>
                  <a:gd name="T33" fmla="*/ 319 h 319"/>
                  <a:gd name="T34" fmla="*/ 128 w 321"/>
                  <a:gd name="T35" fmla="*/ 315 h 319"/>
                  <a:gd name="T36" fmla="*/ 99 w 321"/>
                  <a:gd name="T37" fmla="*/ 306 h 319"/>
                  <a:gd name="T38" fmla="*/ 71 w 321"/>
                  <a:gd name="T39" fmla="*/ 291 h 319"/>
                  <a:gd name="T40" fmla="*/ 47 w 321"/>
                  <a:gd name="T41" fmla="*/ 272 h 319"/>
                  <a:gd name="T42" fmla="*/ 27 w 321"/>
                  <a:gd name="T43" fmla="*/ 249 h 319"/>
                  <a:gd name="T44" fmla="*/ 13 w 321"/>
                  <a:gd name="T45" fmla="*/ 222 h 319"/>
                  <a:gd name="T46" fmla="*/ 3 w 321"/>
                  <a:gd name="T47" fmla="*/ 192 h 319"/>
                  <a:gd name="T48" fmla="*/ 0 w 321"/>
                  <a:gd name="T49" fmla="*/ 159 h 319"/>
                  <a:gd name="T50" fmla="*/ 3 w 321"/>
                  <a:gd name="T51" fmla="*/ 128 h 319"/>
                  <a:gd name="T52" fmla="*/ 13 w 321"/>
                  <a:gd name="T53" fmla="*/ 98 h 319"/>
                  <a:gd name="T54" fmla="*/ 27 w 321"/>
                  <a:gd name="T55" fmla="*/ 71 h 319"/>
                  <a:gd name="T56" fmla="*/ 47 w 321"/>
                  <a:gd name="T57" fmla="*/ 47 h 319"/>
                  <a:gd name="T58" fmla="*/ 71 w 321"/>
                  <a:gd name="T59" fmla="*/ 28 h 319"/>
                  <a:gd name="T60" fmla="*/ 99 w 321"/>
                  <a:gd name="T61" fmla="*/ 14 h 319"/>
                  <a:gd name="T62" fmla="*/ 128 w 321"/>
                  <a:gd name="T63" fmla="*/ 4 h 319"/>
                  <a:gd name="T64" fmla="*/ 160 w 321"/>
                  <a:gd name="T65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1" h="319">
                    <a:moveTo>
                      <a:pt x="160" y="0"/>
                    </a:moveTo>
                    <a:lnTo>
                      <a:pt x="193" y="4"/>
                    </a:lnTo>
                    <a:lnTo>
                      <a:pt x="222" y="14"/>
                    </a:lnTo>
                    <a:lnTo>
                      <a:pt x="250" y="28"/>
                    </a:lnTo>
                    <a:lnTo>
                      <a:pt x="274" y="47"/>
                    </a:lnTo>
                    <a:lnTo>
                      <a:pt x="294" y="71"/>
                    </a:lnTo>
                    <a:lnTo>
                      <a:pt x="308" y="98"/>
                    </a:lnTo>
                    <a:lnTo>
                      <a:pt x="318" y="128"/>
                    </a:lnTo>
                    <a:lnTo>
                      <a:pt x="321" y="159"/>
                    </a:lnTo>
                    <a:lnTo>
                      <a:pt x="318" y="192"/>
                    </a:lnTo>
                    <a:lnTo>
                      <a:pt x="308" y="222"/>
                    </a:lnTo>
                    <a:lnTo>
                      <a:pt x="294" y="249"/>
                    </a:lnTo>
                    <a:lnTo>
                      <a:pt x="274" y="272"/>
                    </a:lnTo>
                    <a:lnTo>
                      <a:pt x="250" y="291"/>
                    </a:lnTo>
                    <a:lnTo>
                      <a:pt x="222" y="306"/>
                    </a:lnTo>
                    <a:lnTo>
                      <a:pt x="193" y="315"/>
                    </a:lnTo>
                    <a:lnTo>
                      <a:pt x="160" y="319"/>
                    </a:lnTo>
                    <a:lnTo>
                      <a:pt x="128" y="315"/>
                    </a:lnTo>
                    <a:lnTo>
                      <a:pt x="99" y="306"/>
                    </a:lnTo>
                    <a:lnTo>
                      <a:pt x="71" y="291"/>
                    </a:lnTo>
                    <a:lnTo>
                      <a:pt x="47" y="272"/>
                    </a:lnTo>
                    <a:lnTo>
                      <a:pt x="27" y="249"/>
                    </a:lnTo>
                    <a:lnTo>
                      <a:pt x="13" y="222"/>
                    </a:lnTo>
                    <a:lnTo>
                      <a:pt x="3" y="192"/>
                    </a:lnTo>
                    <a:lnTo>
                      <a:pt x="0" y="159"/>
                    </a:lnTo>
                    <a:lnTo>
                      <a:pt x="3" y="128"/>
                    </a:lnTo>
                    <a:lnTo>
                      <a:pt x="13" y="98"/>
                    </a:lnTo>
                    <a:lnTo>
                      <a:pt x="27" y="71"/>
                    </a:lnTo>
                    <a:lnTo>
                      <a:pt x="47" y="47"/>
                    </a:lnTo>
                    <a:lnTo>
                      <a:pt x="71" y="28"/>
                    </a:lnTo>
                    <a:lnTo>
                      <a:pt x="99" y="14"/>
                    </a:lnTo>
                    <a:lnTo>
                      <a:pt x="128" y="4"/>
                    </a:lnTo>
                    <a:lnTo>
                      <a:pt x="16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85" name="Title 3"/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Documentos</a:t>
            </a:r>
            <a:r>
              <a:rPr lang="en-US" dirty="0" smtClean="0"/>
              <a:t> </a:t>
            </a:r>
            <a:r>
              <a:rPr lang="en-US" dirty="0" err="1" smtClean="0"/>
              <a:t>Oficiales</a:t>
            </a:r>
            <a:endParaRPr lang="en-US" dirty="0"/>
          </a:p>
        </p:txBody>
      </p:sp>
      <p:sp>
        <p:nvSpPr>
          <p:cNvPr id="86" name="TextBox 163"/>
          <p:cNvSpPr txBox="1"/>
          <p:nvPr/>
        </p:nvSpPr>
        <p:spPr>
          <a:xfrm>
            <a:off x="141374" y="2184818"/>
            <a:ext cx="2897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Diversos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constancias</a:t>
            </a:r>
            <a:endParaRPr lang="en-US" sz="1600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Calificaciones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créditos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etc.</a:t>
            </a:r>
            <a:endParaRPr lang="en-US" sz="16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Box 164"/>
          <p:cNvSpPr txBox="1"/>
          <p:nvPr/>
        </p:nvSpPr>
        <p:spPr>
          <a:xfrm>
            <a:off x="-143069" y="1851116"/>
            <a:ext cx="3172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Constancias</a:t>
            </a:r>
            <a:r>
              <a:rPr lang="en-US" sz="20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estudios</a:t>
            </a:r>
            <a:endParaRPr lang="en-US" sz="20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Box 180"/>
          <p:cNvSpPr txBox="1"/>
          <p:nvPr/>
        </p:nvSpPr>
        <p:spPr>
          <a:xfrm>
            <a:off x="572583" y="3632534"/>
            <a:ext cx="2465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Impresión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certificados</a:t>
            </a:r>
            <a:endParaRPr lang="en-US" sz="1600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Parciales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finales</a:t>
            </a:r>
            <a:endParaRPr lang="en-US" sz="16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Box 181"/>
          <p:cNvSpPr txBox="1"/>
          <p:nvPr/>
        </p:nvSpPr>
        <p:spPr>
          <a:xfrm>
            <a:off x="179911" y="3298832"/>
            <a:ext cx="2849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Certificados</a:t>
            </a:r>
            <a:r>
              <a:rPr lang="en-US" sz="20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Box 183"/>
          <p:cNvSpPr txBox="1"/>
          <p:nvPr/>
        </p:nvSpPr>
        <p:spPr>
          <a:xfrm>
            <a:off x="229540" y="5080250"/>
            <a:ext cx="28088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Impresión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hojas</a:t>
            </a:r>
            <a:endParaRPr lang="en-US" sz="1600" kern="0" dirty="0" smtClean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bases</a:t>
            </a:r>
            <a:endParaRPr lang="en-US" sz="1600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Box 184"/>
          <p:cNvSpPr txBox="1"/>
          <p:nvPr/>
        </p:nvSpPr>
        <p:spPr>
          <a:xfrm>
            <a:off x="179911" y="4746548"/>
            <a:ext cx="2849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Títulos</a:t>
            </a:r>
            <a:endParaRPr lang="en-US" sz="20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186"/>
          <p:cNvSpPr txBox="1"/>
          <p:nvPr/>
        </p:nvSpPr>
        <p:spPr>
          <a:xfrm>
            <a:off x="9150438" y="2184818"/>
            <a:ext cx="2375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Timbrado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187"/>
          <p:cNvSpPr txBox="1"/>
          <p:nvPr/>
        </p:nvSpPr>
        <p:spPr>
          <a:xfrm>
            <a:off x="9150438" y="1851116"/>
            <a:ext cx="2849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Títulos</a:t>
            </a:r>
            <a:r>
              <a:rPr lang="en-US" sz="20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electrónicos</a:t>
            </a:r>
            <a:endParaRPr lang="en-US" sz="20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Box 189"/>
          <p:cNvSpPr txBox="1"/>
          <p:nvPr/>
        </p:nvSpPr>
        <p:spPr>
          <a:xfrm>
            <a:off x="9150438" y="3632534"/>
            <a:ext cx="28087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justificantes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</a:p>
          <a:p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Alumnos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190"/>
          <p:cNvSpPr txBox="1"/>
          <p:nvPr/>
        </p:nvSpPr>
        <p:spPr>
          <a:xfrm>
            <a:off x="9150438" y="3298832"/>
            <a:ext cx="2849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Justificantes</a:t>
            </a:r>
            <a:r>
              <a:rPr lang="en-US" sz="20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192"/>
          <p:cNvSpPr txBox="1"/>
          <p:nvPr/>
        </p:nvSpPr>
        <p:spPr>
          <a:xfrm>
            <a:off x="9150438" y="5080250"/>
            <a:ext cx="31373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diversas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constancias</a:t>
            </a:r>
            <a:endParaRPr lang="en-US" sz="1600" kern="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expide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600" kern="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institución</a:t>
            </a:r>
            <a:r>
              <a:rPr lang="en-US" sz="1600" kern="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Box 193"/>
          <p:cNvSpPr txBox="1"/>
          <p:nvPr/>
        </p:nvSpPr>
        <p:spPr>
          <a:xfrm>
            <a:off x="9150438" y="4746548"/>
            <a:ext cx="2849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Cartas o </a:t>
            </a:r>
            <a:r>
              <a:rPr lang="en-US" sz="2000" dirty="0" err="1" smtClean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constancias</a:t>
            </a:r>
            <a:endParaRPr lang="en-US" sz="20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35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5"/>
          <p:cNvGrpSpPr/>
          <p:nvPr/>
        </p:nvGrpSpPr>
        <p:grpSpPr>
          <a:xfrm>
            <a:off x="1053758" y="1261572"/>
            <a:ext cx="1143000" cy="1277566"/>
            <a:chOff x="1475492" y="1295400"/>
            <a:chExt cx="1143000" cy="1277566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" name="Oval 13"/>
            <p:cNvSpPr/>
            <p:nvPr/>
          </p:nvSpPr>
          <p:spPr>
            <a:xfrm>
              <a:off x="1475492" y="1295400"/>
              <a:ext cx="1143000" cy="1143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4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4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Isosceles Triangle 14"/>
            <p:cNvSpPr/>
            <p:nvPr/>
          </p:nvSpPr>
          <p:spPr>
            <a:xfrm flipV="1">
              <a:off x="1894592" y="2378194"/>
              <a:ext cx="304800" cy="19477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extBox 16"/>
          <p:cNvSpPr txBox="1"/>
          <p:nvPr/>
        </p:nvSpPr>
        <p:spPr>
          <a:xfrm>
            <a:off x="939458" y="269920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Alumnos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17"/>
          <p:cNvSpPr txBox="1"/>
          <p:nvPr/>
        </p:nvSpPr>
        <p:spPr>
          <a:xfrm>
            <a:off x="327535" y="3697850"/>
            <a:ext cx="272955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Matricula</a:t>
            </a:r>
            <a:r>
              <a:rPr lang="en-US" sz="1600" b="1" dirty="0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 Nuevo </a:t>
            </a:r>
            <a:r>
              <a:rPr lang="en-US" sz="1600" b="1" dirty="0" err="1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ingreso</a:t>
            </a:r>
            <a:r>
              <a:rPr lang="en-US" sz="1600" b="1" dirty="0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Matricula</a:t>
            </a:r>
            <a:r>
              <a:rPr lang="en-US" sz="1600" b="1" dirty="0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reingreso</a:t>
            </a:r>
            <a:r>
              <a:rPr lang="en-US" sz="1600" b="1" dirty="0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Bajas</a:t>
            </a:r>
            <a:r>
              <a:rPr lang="en-US" sz="1600" b="1" dirty="0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temporales</a:t>
            </a:r>
            <a:endParaRPr lang="en-US" sz="1600" b="1" dirty="0" smtClean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Bajas</a:t>
            </a:r>
            <a:r>
              <a:rPr lang="en-US" sz="1600" b="1" dirty="0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definitivas</a:t>
            </a:r>
            <a:r>
              <a:rPr lang="en-US" sz="1600" b="1" dirty="0" smtClean="0">
                <a:solidFill>
                  <a:schemeClr val="tx2">
                    <a:lumMod val="50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98"/>
          <p:cNvCxnSpPr/>
          <p:nvPr/>
        </p:nvCxnSpPr>
        <p:spPr>
          <a:xfrm>
            <a:off x="883666" y="3429000"/>
            <a:ext cx="1483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99"/>
          <p:cNvSpPr/>
          <p:nvPr/>
        </p:nvSpPr>
        <p:spPr>
          <a:xfrm flipV="1">
            <a:off x="1549773" y="3446346"/>
            <a:ext cx="150971" cy="8357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03"/>
          <p:cNvGrpSpPr/>
          <p:nvPr/>
        </p:nvGrpSpPr>
        <p:grpSpPr>
          <a:xfrm>
            <a:off x="4107204" y="1261572"/>
            <a:ext cx="1143000" cy="1277566"/>
            <a:chOff x="1475492" y="1295400"/>
            <a:chExt cx="1143000" cy="1277566"/>
          </a:xfrm>
          <a:solidFill>
            <a:srgbClr val="FF0000"/>
          </a:solidFill>
        </p:grpSpPr>
        <p:sp>
          <p:nvSpPr>
            <p:cNvPr id="16" name="Oval 112"/>
            <p:cNvSpPr/>
            <p:nvPr/>
          </p:nvSpPr>
          <p:spPr>
            <a:xfrm>
              <a:off x="1475492" y="1295400"/>
              <a:ext cx="1143000" cy="1143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4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4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Isosceles Triangle 113"/>
            <p:cNvSpPr/>
            <p:nvPr/>
          </p:nvSpPr>
          <p:spPr>
            <a:xfrm flipV="1">
              <a:off x="1894592" y="2378194"/>
              <a:ext cx="304800" cy="19477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TextBox 104"/>
          <p:cNvSpPr txBox="1"/>
          <p:nvPr/>
        </p:nvSpPr>
        <p:spPr>
          <a:xfrm>
            <a:off x="3992904" y="269920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Connector 110"/>
          <p:cNvCxnSpPr/>
          <p:nvPr/>
        </p:nvCxnSpPr>
        <p:spPr>
          <a:xfrm>
            <a:off x="3937112" y="3429000"/>
            <a:ext cx="1483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111"/>
          <p:cNvSpPr/>
          <p:nvPr/>
        </p:nvSpPr>
        <p:spPr>
          <a:xfrm flipV="1">
            <a:off x="4603219" y="3446346"/>
            <a:ext cx="150971" cy="8357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Group 116"/>
          <p:cNvGrpSpPr/>
          <p:nvPr/>
        </p:nvGrpSpPr>
        <p:grpSpPr>
          <a:xfrm>
            <a:off x="6942278" y="1261572"/>
            <a:ext cx="1143000" cy="1277566"/>
            <a:chOff x="1475492" y="1295400"/>
            <a:chExt cx="1143000" cy="1277566"/>
          </a:xfrm>
          <a:solidFill>
            <a:schemeClr val="accent1">
              <a:lumMod val="75000"/>
            </a:schemeClr>
          </a:solidFill>
        </p:grpSpPr>
        <p:sp>
          <p:nvSpPr>
            <p:cNvPr id="28" name="Oval 125"/>
            <p:cNvSpPr/>
            <p:nvPr/>
          </p:nvSpPr>
          <p:spPr>
            <a:xfrm>
              <a:off x="1475492" y="1295400"/>
              <a:ext cx="1143000" cy="1143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4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4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Isosceles Triangle 126"/>
            <p:cNvSpPr/>
            <p:nvPr/>
          </p:nvSpPr>
          <p:spPr>
            <a:xfrm flipV="1">
              <a:off x="1894592" y="2378194"/>
              <a:ext cx="304800" cy="19477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117"/>
          <p:cNvSpPr txBox="1"/>
          <p:nvPr/>
        </p:nvSpPr>
        <p:spPr>
          <a:xfrm>
            <a:off x="6827978" y="269920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Tutorías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123"/>
          <p:cNvCxnSpPr/>
          <p:nvPr/>
        </p:nvCxnSpPr>
        <p:spPr>
          <a:xfrm>
            <a:off x="6772186" y="3429000"/>
            <a:ext cx="1483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124"/>
          <p:cNvSpPr/>
          <p:nvPr/>
        </p:nvSpPr>
        <p:spPr>
          <a:xfrm flipV="1">
            <a:off x="7438293" y="3446346"/>
            <a:ext cx="150971" cy="8357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ounded Rectangle 128"/>
          <p:cNvSpPr/>
          <p:nvPr/>
        </p:nvSpPr>
        <p:spPr>
          <a:xfrm>
            <a:off x="8951956" y="1066800"/>
            <a:ext cx="1811159" cy="5457498"/>
          </a:xfrm>
          <a:prstGeom prst="roundRect">
            <a:avLst>
              <a:gd name="adj" fmla="val 57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Group 129"/>
          <p:cNvGrpSpPr/>
          <p:nvPr/>
        </p:nvGrpSpPr>
        <p:grpSpPr>
          <a:xfrm>
            <a:off x="9722766" y="1261572"/>
            <a:ext cx="1143000" cy="1277566"/>
            <a:chOff x="1475492" y="1295400"/>
            <a:chExt cx="1143000" cy="1277566"/>
          </a:xfrm>
          <a:solidFill>
            <a:srgbClr val="7030A0"/>
          </a:solidFill>
        </p:grpSpPr>
        <p:sp>
          <p:nvSpPr>
            <p:cNvPr id="40" name="Oval 138"/>
            <p:cNvSpPr/>
            <p:nvPr/>
          </p:nvSpPr>
          <p:spPr>
            <a:xfrm>
              <a:off x="1475492" y="1295400"/>
              <a:ext cx="1143000" cy="1143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4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4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Isosceles Triangle 139"/>
            <p:cNvSpPr/>
            <p:nvPr/>
          </p:nvSpPr>
          <p:spPr>
            <a:xfrm flipV="1">
              <a:off x="1894592" y="2378194"/>
              <a:ext cx="304800" cy="19477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TextBox 130"/>
          <p:cNvSpPr txBox="1"/>
          <p:nvPr/>
        </p:nvSpPr>
        <p:spPr>
          <a:xfrm>
            <a:off x="9608466" y="269920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136"/>
          <p:cNvCxnSpPr/>
          <p:nvPr/>
        </p:nvCxnSpPr>
        <p:spPr>
          <a:xfrm>
            <a:off x="9552674" y="3429000"/>
            <a:ext cx="1483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137"/>
          <p:cNvSpPr/>
          <p:nvPr/>
        </p:nvSpPr>
        <p:spPr>
          <a:xfrm flipV="1">
            <a:off x="10218781" y="3446346"/>
            <a:ext cx="150971" cy="8357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17"/>
          <p:cNvSpPr txBox="1"/>
          <p:nvPr/>
        </p:nvSpPr>
        <p:spPr>
          <a:xfrm>
            <a:off x="3360241" y="3697850"/>
            <a:ext cx="272955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rgbClr val="C00000"/>
                </a:solidFill>
                <a:cs typeface="Arial" panose="020B0604020202020204" pitchFamily="34" charset="0"/>
              </a:rPr>
              <a:t>Alumnos</a:t>
            </a:r>
            <a:r>
              <a:rPr lang="en-US" sz="16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C00000"/>
                </a:solidFill>
                <a:cs typeface="Arial" panose="020B0604020202020204" pitchFamily="34" charset="0"/>
              </a:rPr>
              <a:t>por</a:t>
            </a:r>
            <a:r>
              <a:rPr lang="en-US" sz="16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C00000"/>
                </a:solidFill>
                <a:cs typeface="Arial" panose="020B0604020202020204" pitchFamily="34" charset="0"/>
              </a:rPr>
              <a:t>grupos</a:t>
            </a:r>
            <a:r>
              <a:rPr lang="en-US" sz="16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rgbClr val="C00000"/>
                </a:solidFill>
                <a:cs typeface="Arial" panose="020B0604020202020204" pitchFamily="34" charset="0"/>
              </a:rPr>
              <a:t>Materias</a:t>
            </a:r>
            <a:r>
              <a:rPr lang="en-US" sz="16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C00000"/>
                </a:solidFill>
                <a:cs typeface="Arial" panose="020B0604020202020204" pitchFamily="34" charset="0"/>
              </a:rPr>
              <a:t>por</a:t>
            </a:r>
            <a:r>
              <a:rPr lang="en-US" sz="16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C00000"/>
                </a:solidFill>
                <a:cs typeface="Arial" panose="020B0604020202020204" pitchFamily="34" charset="0"/>
              </a:rPr>
              <a:t>grupos</a:t>
            </a:r>
            <a:endParaRPr lang="en-US" sz="16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rgbClr val="C00000"/>
                </a:solidFill>
                <a:cs typeface="Arial" panose="020B0604020202020204" pitchFamily="34" charset="0"/>
              </a:rPr>
              <a:t>Número</a:t>
            </a:r>
            <a:r>
              <a:rPr lang="en-US" sz="16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 de </a:t>
            </a:r>
            <a:r>
              <a:rPr lang="en-US" sz="1600" b="1" dirty="0" err="1" smtClean="0">
                <a:solidFill>
                  <a:srgbClr val="C00000"/>
                </a:solidFill>
                <a:cs typeface="Arial" panose="020B0604020202020204" pitchFamily="34" charset="0"/>
              </a:rPr>
              <a:t>grupos</a:t>
            </a:r>
            <a:endParaRPr lang="en-US" sz="16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Horas </a:t>
            </a:r>
            <a:r>
              <a:rPr lang="en-US" sz="1600" b="1" dirty="0" err="1" smtClean="0">
                <a:solidFill>
                  <a:srgbClr val="C00000"/>
                </a:solidFill>
                <a:cs typeface="Arial" panose="020B0604020202020204" pitchFamily="34" charset="0"/>
              </a:rPr>
              <a:t>por</a:t>
            </a:r>
            <a:r>
              <a:rPr lang="en-US" sz="16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C00000"/>
                </a:solidFill>
                <a:cs typeface="Arial" panose="020B0604020202020204" pitchFamily="34" charset="0"/>
              </a:rPr>
              <a:t>grupos</a:t>
            </a:r>
            <a:endParaRPr lang="en-US" sz="16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17"/>
          <p:cNvSpPr txBox="1"/>
          <p:nvPr/>
        </p:nvSpPr>
        <p:spPr>
          <a:xfrm>
            <a:off x="6253570" y="3649675"/>
            <a:ext cx="2729553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Índice</a:t>
            </a: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de </a:t>
            </a: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reprobación</a:t>
            </a:r>
            <a:endParaRPr lang="en-US" sz="1600" b="1" dirty="0" smtClean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Índice</a:t>
            </a: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de </a:t>
            </a: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deserción</a:t>
            </a: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</a:p>
          <a:p>
            <a:pPr marL="342900" indent="-342900">
              <a:buAutoNum type="arabicPeriod"/>
            </a:pPr>
            <a:endParaRPr lang="en-US" sz="1600" b="1" dirty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Aprovechamiento</a:t>
            </a:r>
            <a:endParaRPr lang="en-US" sz="1600" b="1" dirty="0" smtClean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Rendimiento</a:t>
            </a:r>
            <a:endParaRPr lang="en-US" sz="1600" b="1" dirty="0" smtClean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Reprobación</a:t>
            </a: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por</a:t>
            </a: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grupo</a:t>
            </a:r>
            <a:endParaRPr lang="en-US" sz="1600" b="1" dirty="0" smtClean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Reprobación</a:t>
            </a: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por</a:t>
            </a: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material</a:t>
            </a:r>
          </a:p>
          <a:p>
            <a:pPr marL="342900" indent="-342900">
              <a:buAutoNum type="arabicPeriod"/>
            </a:pPr>
            <a:endParaRPr lang="en-US" sz="1600" b="1" dirty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Reprobación</a:t>
            </a: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por</a:t>
            </a: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profesor</a:t>
            </a: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17"/>
          <p:cNvSpPr txBox="1"/>
          <p:nvPr/>
        </p:nvSpPr>
        <p:spPr>
          <a:xfrm>
            <a:off x="9064258" y="3649675"/>
            <a:ext cx="272955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rgbClr val="7030A0"/>
                </a:solidFill>
                <a:cs typeface="Arial" panose="020B0604020202020204" pitchFamily="34" charset="0"/>
              </a:rPr>
              <a:t>Población</a:t>
            </a:r>
            <a:r>
              <a:rPr lang="en-US" sz="1600" b="1" dirty="0" smtClean="0">
                <a:solidFill>
                  <a:srgbClr val="7030A0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cs typeface="Arial" panose="020B0604020202020204" pitchFamily="34" charset="0"/>
              </a:rPr>
              <a:t>por</a:t>
            </a:r>
            <a:r>
              <a:rPr lang="en-US" sz="1600" b="1" dirty="0" smtClean="0">
                <a:solidFill>
                  <a:srgbClr val="7030A0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cs typeface="Arial" panose="020B0604020202020204" pitchFamily="34" charset="0"/>
              </a:rPr>
              <a:t>estado</a:t>
            </a:r>
            <a:endParaRPr lang="en-US" sz="1600" b="1" dirty="0" smtClean="0">
              <a:solidFill>
                <a:srgbClr val="7030A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rgbClr val="7030A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rgbClr val="7030A0"/>
                </a:solidFill>
                <a:cs typeface="Arial" panose="020B0604020202020204" pitchFamily="34" charset="0"/>
              </a:rPr>
              <a:t>Población</a:t>
            </a:r>
            <a:r>
              <a:rPr lang="en-US" sz="1600" b="1" dirty="0" smtClean="0">
                <a:solidFill>
                  <a:srgbClr val="7030A0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cs typeface="Arial" panose="020B0604020202020204" pitchFamily="34" charset="0"/>
              </a:rPr>
              <a:t>por</a:t>
            </a:r>
            <a:r>
              <a:rPr lang="en-US" sz="1600" b="1" dirty="0" smtClean="0">
                <a:solidFill>
                  <a:srgbClr val="7030A0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cs typeface="Arial" panose="020B0604020202020204" pitchFamily="34" charset="0"/>
              </a:rPr>
              <a:t>municipio</a:t>
            </a:r>
            <a:endParaRPr lang="en-US" sz="1600" b="1" dirty="0" smtClean="0">
              <a:solidFill>
                <a:srgbClr val="7030A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rgbClr val="7030A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rgbClr val="7030A0"/>
                </a:solidFill>
                <a:cs typeface="Arial" panose="020B0604020202020204" pitchFamily="34" charset="0"/>
              </a:rPr>
              <a:t>Población</a:t>
            </a:r>
            <a:r>
              <a:rPr lang="en-US" sz="1600" b="1" dirty="0" smtClean="0">
                <a:solidFill>
                  <a:srgbClr val="7030A0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cs typeface="Arial" panose="020B0604020202020204" pitchFamily="34" charset="0"/>
              </a:rPr>
              <a:t>índigena</a:t>
            </a:r>
            <a:endParaRPr lang="en-US" sz="1600" b="1" dirty="0" smtClean="0">
              <a:solidFill>
                <a:srgbClr val="7030A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rgbClr val="7030A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1" dirty="0" err="1" smtClean="0">
                <a:solidFill>
                  <a:srgbClr val="7030A0"/>
                </a:solidFill>
                <a:cs typeface="Arial" panose="020B0604020202020204" pitchFamily="34" charset="0"/>
              </a:rPr>
              <a:t>Población</a:t>
            </a:r>
            <a:r>
              <a:rPr lang="en-US" sz="1600" b="1" dirty="0" smtClean="0">
                <a:solidFill>
                  <a:srgbClr val="7030A0"/>
                </a:solidFill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cs typeface="Arial" panose="020B0604020202020204" pitchFamily="34" charset="0"/>
              </a:rPr>
              <a:t>discapacidad</a:t>
            </a:r>
            <a:endParaRPr lang="en-US" sz="1600" b="1" dirty="0" smtClean="0">
              <a:solidFill>
                <a:srgbClr val="7030A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rgbClr val="7030A0"/>
              </a:solidFill>
              <a:cs typeface="Arial" panose="020B0604020202020204" pitchFamily="34" charset="0"/>
            </a:endParaRPr>
          </a:p>
          <a:p>
            <a:endParaRPr lang="en-US" sz="1600" b="1" dirty="0" smtClean="0">
              <a:solidFill>
                <a:srgbClr val="7030A0"/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 smtClean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b="1" dirty="0">
              <a:solidFill>
                <a:schemeClr val="tx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400" b="1" dirty="0" smtClean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6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" y="985720"/>
            <a:ext cx="9266079" cy="3440713"/>
          </a:xfrm>
          <a:prstGeom prst="rect">
            <a:avLst/>
          </a:prstGeom>
        </p:spPr>
      </p:pic>
      <p:sp>
        <p:nvSpPr>
          <p:cNvPr id="4" name="Title 3"/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Visualización</a:t>
            </a:r>
            <a:r>
              <a:rPr lang="en-US" dirty="0" smtClean="0"/>
              <a:t> de </a:t>
            </a:r>
            <a:r>
              <a:rPr lang="en-US" dirty="0" err="1" smtClean="0"/>
              <a:t>información</a:t>
            </a:r>
            <a:r>
              <a:rPr lang="en-US" dirty="0" smtClean="0"/>
              <a:t> de </a:t>
            </a:r>
            <a:r>
              <a:rPr lang="en-US" dirty="0" err="1" smtClean="0"/>
              <a:t>alumno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328" y="3007723"/>
            <a:ext cx="8730672" cy="385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Sistema de </a:t>
            </a:r>
            <a:r>
              <a:rPr lang="en-US" dirty="0" err="1" smtClean="0"/>
              <a:t>Registro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Línea</a:t>
            </a:r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53" y="1175657"/>
            <a:ext cx="5644576" cy="239580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19" y="3761403"/>
            <a:ext cx="9412061" cy="289658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684" y="985720"/>
            <a:ext cx="4501379" cy="271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5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Configuración</a:t>
            </a:r>
            <a:r>
              <a:rPr lang="en-US" dirty="0" smtClean="0"/>
              <a:t> de Carreras, </a:t>
            </a:r>
            <a:r>
              <a:rPr lang="en-US" dirty="0" err="1" smtClean="0"/>
              <a:t>Materias</a:t>
            </a:r>
            <a:r>
              <a:rPr lang="en-US" dirty="0" smtClean="0"/>
              <a:t>, </a:t>
            </a:r>
            <a:r>
              <a:rPr lang="en-US" dirty="0" err="1" smtClean="0"/>
              <a:t>Mapas</a:t>
            </a:r>
            <a:r>
              <a:rPr lang="en-US" dirty="0" smtClean="0"/>
              <a:t> </a:t>
            </a:r>
            <a:r>
              <a:rPr lang="en-US" dirty="0" err="1" smtClean="0"/>
              <a:t>Curriculares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324" y="1834805"/>
            <a:ext cx="978217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231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Carga</a:t>
            </a:r>
            <a:r>
              <a:rPr lang="en-US" dirty="0" smtClean="0"/>
              <a:t> de </a:t>
            </a:r>
            <a:r>
              <a:rPr lang="en-US" dirty="0" err="1" smtClean="0"/>
              <a:t>horarios</a:t>
            </a:r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43" y="1362346"/>
            <a:ext cx="11404898" cy="442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123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Reinscripciones</a:t>
            </a:r>
            <a:r>
              <a:rPr lang="en-US" dirty="0" smtClean="0"/>
              <a:t> de </a:t>
            </a:r>
            <a:r>
              <a:rPr lang="en-US" dirty="0" err="1" smtClean="0"/>
              <a:t>Alumnos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39" y="1159872"/>
            <a:ext cx="10969943" cy="453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94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Portal de Maestros (</a:t>
            </a:r>
            <a:r>
              <a:rPr lang="en-US" dirty="0" err="1" smtClean="0"/>
              <a:t>Subir</a:t>
            </a:r>
            <a:r>
              <a:rPr lang="en-US" dirty="0" smtClean="0"/>
              <a:t> </a:t>
            </a:r>
            <a:r>
              <a:rPr lang="en-US" dirty="0" err="1" smtClean="0"/>
              <a:t>calificaciones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4" y="985720"/>
            <a:ext cx="6286500" cy="27432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555" y="2636636"/>
            <a:ext cx="5383802" cy="402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7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Portal de </a:t>
            </a:r>
            <a:r>
              <a:rPr lang="en-US" dirty="0" err="1" smtClean="0"/>
              <a:t>Alumnos</a:t>
            </a:r>
            <a:r>
              <a:rPr lang="en-US" dirty="0" smtClean="0"/>
              <a:t> (</a:t>
            </a:r>
            <a:r>
              <a:rPr lang="en-US" dirty="0" err="1" smtClean="0"/>
              <a:t>Ver</a:t>
            </a:r>
            <a:r>
              <a:rPr lang="en-US" dirty="0" smtClean="0"/>
              <a:t> </a:t>
            </a:r>
            <a:r>
              <a:rPr lang="en-US" dirty="0" err="1" smtClean="0"/>
              <a:t>calificaciones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88" y="1612174"/>
            <a:ext cx="10625847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3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Reportes</a:t>
            </a:r>
            <a:r>
              <a:rPr lang="en-US" dirty="0" smtClean="0"/>
              <a:t> (</a:t>
            </a:r>
            <a:r>
              <a:rPr lang="en-US" dirty="0" err="1" smtClean="0"/>
              <a:t>Cardex</a:t>
            </a:r>
            <a:r>
              <a:rPr lang="en-US" dirty="0" smtClean="0"/>
              <a:t>, </a:t>
            </a:r>
            <a:r>
              <a:rPr lang="en-US" dirty="0" err="1" smtClean="0"/>
              <a:t>Boletas</a:t>
            </a:r>
            <a:r>
              <a:rPr lang="en-US" dirty="0" smtClean="0"/>
              <a:t> de </a:t>
            </a:r>
            <a:r>
              <a:rPr lang="en-US" dirty="0" err="1" smtClean="0"/>
              <a:t>Calificaciones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" y="1431336"/>
            <a:ext cx="4095750" cy="47529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778" y="1431336"/>
            <a:ext cx="489585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4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Avance</a:t>
            </a:r>
            <a:r>
              <a:rPr lang="en-US" dirty="0" smtClean="0"/>
              <a:t> </a:t>
            </a:r>
            <a:r>
              <a:rPr lang="en-US" dirty="0" err="1" smtClean="0"/>
              <a:t>gráfico</a:t>
            </a:r>
            <a:r>
              <a:rPr lang="en-US" dirty="0" smtClean="0"/>
              <a:t> de </a:t>
            </a:r>
            <a:r>
              <a:rPr lang="en-US" dirty="0" err="1" smtClean="0"/>
              <a:t>alumnos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38" y="1491478"/>
            <a:ext cx="11389624" cy="459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7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12966"/>
            <a:ext cx="12192000" cy="2900694"/>
          </a:xfrm>
          <a:prstGeom prst="rect">
            <a:avLst/>
          </a:prstGeom>
          <a:gradFill flip="none" rotWithShape="1">
            <a:gsLst>
              <a:gs pos="28000">
                <a:schemeClr val="accent5"/>
              </a:gs>
              <a:gs pos="69000">
                <a:schemeClr val="accent4">
                  <a:lumMod val="95000"/>
                  <a:lumOff val="5000"/>
                </a:schemeClr>
              </a:gs>
              <a:gs pos="100000">
                <a:schemeClr val="accent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539294" y="2723665"/>
            <a:ext cx="85546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600" kern="0" dirty="0" err="1" smtClean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Contactanos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83685" y="2820983"/>
            <a:ext cx="4990951" cy="8210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spc="-3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endParaRPr lang="en-US" sz="5400" spc="-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 descr="Resultado de imagen para TELEFONO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13" y="4997530"/>
            <a:ext cx="376195" cy="37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Resultado de imagen para PAGINA WEB 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13" y="5556076"/>
            <a:ext cx="401782" cy="40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Resultado de imagen para CORREO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38" y="6137982"/>
            <a:ext cx="464343" cy="46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41"/>
          <p:cNvSpPr txBox="1"/>
          <p:nvPr/>
        </p:nvSpPr>
        <p:spPr>
          <a:xfrm>
            <a:off x="998874" y="4974916"/>
            <a:ext cx="5075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993 275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4105; 9933000870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4" name="TextBox 41"/>
          <p:cNvSpPr txBox="1"/>
          <p:nvPr/>
        </p:nvSpPr>
        <p:spPr>
          <a:xfrm>
            <a:off x="1029051" y="5530715"/>
            <a:ext cx="5075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https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://www.webcoretic.com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/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  <p:sp>
        <p:nvSpPr>
          <p:cNvPr id="25" name="TextBox 41"/>
          <p:cNvSpPr txBox="1"/>
          <p:nvPr/>
        </p:nvSpPr>
        <p:spPr>
          <a:xfrm>
            <a:off x="1062999" y="6116818"/>
            <a:ext cx="5075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hlinkClick r:id="rId5"/>
              </a:rPr>
              <a:t>jgaguilar40@gmail.com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</a:rPr>
              <a:t>; 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77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187C0"/>
      </a:accent1>
      <a:accent2>
        <a:srgbClr val="57687B"/>
      </a:accent2>
      <a:accent3>
        <a:srgbClr val="359CDB"/>
      </a:accent3>
      <a:accent4>
        <a:srgbClr val="F4AB17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352</Words>
  <Application>Microsoft Office PowerPoint</Application>
  <PresentationFormat>Panorámica</PresentationFormat>
  <Paragraphs>147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Junaed</dc:creator>
  <cp:lastModifiedBy>TuSoft</cp:lastModifiedBy>
  <cp:revision>102</cp:revision>
  <dcterms:created xsi:type="dcterms:W3CDTF">2015-09-06T17:46:57Z</dcterms:created>
  <dcterms:modified xsi:type="dcterms:W3CDTF">2020-05-08T02:11:12Z</dcterms:modified>
</cp:coreProperties>
</file>